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400587-4D2F-48CC-9B1F-740EC6CD790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206C963-4ECF-4AF6-9717-21D835E0BDA7}">
      <dgm:prSet custT="1"/>
      <dgm:spPr/>
      <dgm:t>
        <a:bodyPr/>
        <a:lstStyle/>
        <a:p>
          <a:r>
            <a:rPr lang="es-MX" sz="1800" dirty="0"/>
            <a:t>API </a:t>
          </a:r>
          <a:r>
            <a:rPr lang="es-MX" sz="1800" dirty="0">
              <a:sym typeface="Wingdings" panose="05000000000000000000" pitchFamily="2" charset="2"/>
            </a:rPr>
            <a:t></a:t>
          </a:r>
          <a:r>
            <a:rPr lang="es-MX" sz="1800" dirty="0"/>
            <a:t> Application Programming Interface (Interfaz de Programación de Aplicaciones).</a:t>
          </a:r>
          <a:endParaRPr lang="en-US" sz="1800" dirty="0"/>
        </a:p>
      </dgm:t>
    </dgm:pt>
    <dgm:pt modelId="{BCE3D83A-071F-4743-9D15-91FD23AA3138}" type="parTrans" cxnId="{5E4172B5-1ABC-4493-AE9D-DF26F89B9DDD}">
      <dgm:prSet/>
      <dgm:spPr/>
      <dgm:t>
        <a:bodyPr/>
        <a:lstStyle/>
        <a:p>
          <a:endParaRPr lang="en-US"/>
        </a:p>
      </dgm:t>
    </dgm:pt>
    <dgm:pt modelId="{ACD25C9F-0E0C-4668-9428-8AF271C447E3}" type="sibTrans" cxnId="{5E4172B5-1ABC-4493-AE9D-DF26F89B9DDD}">
      <dgm:prSet/>
      <dgm:spPr/>
      <dgm:t>
        <a:bodyPr/>
        <a:lstStyle/>
        <a:p>
          <a:endParaRPr lang="en-US"/>
        </a:p>
      </dgm:t>
    </dgm:pt>
    <dgm:pt modelId="{5551478D-0F9D-43E3-AC44-EE289A943DD0}">
      <dgm:prSet custT="1"/>
      <dgm:spPr/>
      <dgm:t>
        <a:bodyPr/>
        <a:lstStyle/>
        <a:p>
          <a:r>
            <a:rPr lang="es-MX" sz="1800" dirty="0"/>
            <a:t>Es un conjunto de reglas y definiciones que permiten que diferentes programas o sistemas se comuniquen entre sí.</a:t>
          </a:r>
          <a:endParaRPr lang="en-US" sz="1800" dirty="0"/>
        </a:p>
      </dgm:t>
    </dgm:pt>
    <dgm:pt modelId="{2D55E133-2442-4484-B7D3-746D1556E114}" type="parTrans" cxnId="{70BAF325-D034-4E60-8E8E-AD887042CDD1}">
      <dgm:prSet/>
      <dgm:spPr/>
      <dgm:t>
        <a:bodyPr/>
        <a:lstStyle/>
        <a:p>
          <a:endParaRPr lang="en-US"/>
        </a:p>
      </dgm:t>
    </dgm:pt>
    <dgm:pt modelId="{B9D91990-C11E-46BF-BBA1-545DE19489F6}" type="sibTrans" cxnId="{70BAF325-D034-4E60-8E8E-AD887042CDD1}">
      <dgm:prSet/>
      <dgm:spPr/>
      <dgm:t>
        <a:bodyPr/>
        <a:lstStyle/>
        <a:p>
          <a:endParaRPr lang="en-US"/>
        </a:p>
      </dgm:t>
    </dgm:pt>
    <dgm:pt modelId="{CB0BCC2F-3DFA-4AD0-8ECE-1A85FB8BFBF8}">
      <dgm:prSet custT="1"/>
      <dgm:spPr/>
      <dgm:t>
        <a:bodyPr/>
        <a:lstStyle/>
        <a:p>
          <a:r>
            <a:rPr lang="es-MX" sz="1800" dirty="0"/>
            <a:t>Un ejemplo es en la aplicación del clima, esta no calcula las predicciones por si misma, sino que consume APIs relacionadas al servicio que devuelven los datos a mostrar.</a:t>
          </a:r>
          <a:endParaRPr lang="en-US" sz="1800" dirty="0"/>
        </a:p>
      </dgm:t>
    </dgm:pt>
    <dgm:pt modelId="{30EC0C43-E9BE-419D-9157-31946B6C5DB1}" type="parTrans" cxnId="{0D1617BC-62DD-49F8-8DCC-4BF2B18207FE}">
      <dgm:prSet/>
      <dgm:spPr/>
      <dgm:t>
        <a:bodyPr/>
        <a:lstStyle/>
        <a:p>
          <a:endParaRPr lang="en-US"/>
        </a:p>
      </dgm:t>
    </dgm:pt>
    <dgm:pt modelId="{BB80FB55-B9E3-45FB-98F3-B84445969F7C}" type="sibTrans" cxnId="{0D1617BC-62DD-49F8-8DCC-4BF2B18207FE}">
      <dgm:prSet/>
      <dgm:spPr/>
      <dgm:t>
        <a:bodyPr/>
        <a:lstStyle/>
        <a:p>
          <a:endParaRPr lang="en-US"/>
        </a:p>
      </dgm:t>
    </dgm:pt>
    <dgm:pt modelId="{1E572304-CA34-4377-9426-C0437D73BC16}" type="pres">
      <dgm:prSet presAssocID="{33400587-4D2F-48CC-9B1F-740EC6CD7906}" presName="root" presStyleCnt="0">
        <dgm:presLayoutVars>
          <dgm:dir/>
          <dgm:resizeHandles val="exact"/>
        </dgm:presLayoutVars>
      </dgm:prSet>
      <dgm:spPr/>
    </dgm:pt>
    <dgm:pt modelId="{70786B30-E5DD-447E-90D1-46CFFFBCC4A3}" type="pres">
      <dgm:prSet presAssocID="{33400587-4D2F-48CC-9B1F-740EC6CD7906}" presName="container" presStyleCnt="0">
        <dgm:presLayoutVars>
          <dgm:dir/>
          <dgm:resizeHandles val="exact"/>
        </dgm:presLayoutVars>
      </dgm:prSet>
      <dgm:spPr/>
    </dgm:pt>
    <dgm:pt modelId="{69AC7156-1020-4C71-8BFB-8C6B99A22E64}" type="pres">
      <dgm:prSet presAssocID="{2206C963-4ECF-4AF6-9717-21D835E0BDA7}" presName="compNode" presStyleCnt="0"/>
      <dgm:spPr/>
    </dgm:pt>
    <dgm:pt modelId="{7440D85A-C061-4209-97CF-0248E4413A19}" type="pres">
      <dgm:prSet presAssocID="{2206C963-4ECF-4AF6-9717-21D835E0BDA7}" presName="iconBgRect" presStyleLbl="bgShp" presStyleIdx="0" presStyleCnt="3"/>
      <dgm:spPr/>
    </dgm:pt>
    <dgm:pt modelId="{D86B9FF3-122E-437A-8EB5-27E0ADAE6CAC}" type="pres">
      <dgm:prSet presAssocID="{2206C963-4ECF-4AF6-9717-21D835E0BD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16809F47-D5B7-4A95-AA90-24FF82E6E4B3}" type="pres">
      <dgm:prSet presAssocID="{2206C963-4ECF-4AF6-9717-21D835E0BDA7}" presName="spaceRect" presStyleCnt="0"/>
      <dgm:spPr/>
    </dgm:pt>
    <dgm:pt modelId="{A830DE81-BB83-4B2D-AC29-F170BAEDFB23}" type="pres">
      <dgm:prSet presAssocID="{2206C963-4ECF-4AF6-9717-21D835E0BDA7}" presName="textRect" presStyleLbl="revTx" presStyleIdx="0" presStyleCnt="3">
        <dgm:presLayoutVars>
          <dgm:chMax val="1"/>
          <dgm:chPref val="1"/>
        </dgm:presLayoutVars>
      </dgm:prSet>
      <dgm:spPr/>
    </dgm:pt>
    <dgm:pt modelId="{31BE34EA-04CC-4D6C-8409-7AEA802EF2BD}" type="pres">
      <dgm:prSet presAssocID="{ACD25C9F-0E0C-4668-9428-8AF271C447E3}" presName="sibTrans" presStyleLbl="sibTrans2D1" presStyleIdx="0" presStyleCnt="0"/>
      <dgm:spPr/>
    </dgm:pt>
    <dgm:pt modelId="{4C641EBD-6657-4C6D-9529-45EF2F4A789D}" type="pres">
      <dgm:prSet presAssocID="{5551478D-0F9D-43E3-AC44-EE289A943DD0}" presName="compNode" presStyleCnt="0"/>
      <dgm:spPr/>
    </dgm:pt>
    <dgm:pt modelId="{F61E4D9F-4288-4C3F-B341-E8653829F985}" type="pres">
      <dgm:prSet presAssocID="{5551478D-0F9D-43E3-AC44-EE289A943DD0}" presName="iconBgRect" presStyleLbl="bgShp" presStyleIdx="1" presStyleCnt="3"/>
      <dgm:spPr/>
    </dgm:pt>
    <dgm:pt modelId="{A818DA17-8861-440E-ADFB-D735101E6117}" type="pres">
      <dgm:prSet presAssocID="{5551478D-0F9D-43E3-AC44-EE289A943D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5941822E-0F75-4E64-9FE8-4E864D5A8FE0}" type="pres">
      <dgm:prSet presAssocID="{5551478D-0F9D-43E3-AC44-EE289A943DD0}" presName="spaceRect" presStyleCnt="0"/>
      <dgm:spPr/>
    </dgm:pt>
    <dgm:pt modelId="{4A83B440-9E90-4CE6-895C-37B96FBE2B67}" type="pres">
      <dgm:prSet presAssocID="{5551478D-0F9D-43E3-AC44-EE289A943DD0}" presName="textRect" presStyleLbl="revTx" presStyleIdx="1" presStyleCnt="3">
        <dgm:presLayoutVars>
          <dgm:chMax val="1"/>
          <dgm:chPref val="1"/>
        </dgm:presLayoutVars>
      </dgm:prSet>
      <dgm:spPr/>
    </dgm:pt>
    <dgm:pt modelId="{3A7C319D-F99D-45F4-9DAA-8791564EC633}" type="pres">
      <dgm:prSet presAssocID="{B9D91990-C11E-46BF-BBA1-545DE19489F6}" presName="sibTrans" presStyleLbl="sibTrans2D1" presStyleIdx="0" presStyleCnt="0"/>
      <dgm:spPr/>
    </dgm:pt>
    <dgm:pt modelId="{E9D60C78-519D-48A0-AC4C-1E50139EC045}" type="pres">
      <dgm:prSet presAssocID="{CB0BCC2F-3DFA-4AD0-8ECE-1A85FB8BFBF8}" presName="compNode" presStyleCnt="0"/>
      <dgm:spPr/>
    </dgm:pt>
    <dgm:pt modelId="{24823780-C9FB-4F85-BD79-83645C5D38E8}" type="pres">
      <dgm:prSet presAssocID="{CB0BCC2F-3DFA-4AD0-8ECE-1A85FB8BFBF8}" presName="iconBgRect" presStyleLbl="bgShp" presStyleIdx="2" presStyleCnt="3"/>
      <dgm:spPr/>
    </dgm:pt>
    <dgm:pt modelId="{95DD9882-2227-4F80-85AF-23F098FA9CDB}" type="pres">
      <dgm:prSet presAssocID="{CB0BCC2F-3DFA-4AD0-8ECE-1A85FB8BFB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2DAFB8D0-44AA-47D1-BCE5-39FB3A19A955}" type="pres">
      <dgm:prSet presAssocID="{CB0BCC2F-3DFA-4AD0-8ECE-1A85FB8BFBF8}" presName="spaceRect" presStyleCnt="0"/>
      <dgm:spPr/>
    </dgm:pt>
    <dgm:pt modelId="{1DD15F53-14E0-496D-AB3D-F561ADB9DA25}" type="pres">
      <dgm:prSet presAssocID="{CB0BCC2F-3DFA-4AD0-8ECE-1A85FB8BFB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4A34309-C4B1-46D8-8117-26056D0C8861}" type="presOf" srcId="{ACD25C9F-0E0C-4668-9428-8AF271C447E3}" destId="{31BE34EA-04CC-4D6C-8409-7AEA802EF2BD}" srcOrd="0" destOrd="0" presId="urn:microsoft.com/office/officeart/2018/2/layout/IconCircleList"/>
    <dgm:cxn modelId="{8BBD3A0E-F107-4E52-AF5B-EFD768583F06}" type="presOf" srcId="{5551478D-0F9D-43E3-AC44-EE289A943DD0}" destId="{4A83B440-9E90-4CE6-895C-37B96FBE2B67}" srcOrd="0" destOrd="0" presId="urn:microsoft.com/office/officeart/2018/2/layout/IconCircleList"/>
    <dgm:cxn modelId="{F8D44720-96B0-4BB6-9601-6D44A1478896}" type="presOf" srcId="{CB0BCC2F-3DFA-4AD0-8ECE-1A85FB8BFBF8}" destId="{1DD15F53-14E0-496D-AB3D-F561ADB9DA25}" srcOrd="0" destOrd="0" presId="urn:microsoft.com/office/officeart/2018/2/layout/IconCircleList"/>
    <dgm:cxn modelId="{70BAF325-D034-4E60-8E8E-AD887042CDD1}" srcId="{33400587-4D2F-48CC-9B1F-740EC6CD7906}" destId="{5551478D-0F9D-43E3-AC44-EE289A943DD0}" srcOrd="1" destOrd="0" parTransId="{2D55E133-2442-4484-B7D3-746D1556E114}" sibTransId="{B9D91990-C11E-46BF-BBA1-545DE19489F6}"/>
    <dgm:cxn modelId="{6268C168-B70C-4874-9C38-9A87B7D24788}" type="presOf" srcId="{B9D91990-C11E-46BF-BBA1-545DE19489F6}" destId="{3A7C319D-F99D-45F4-9DAA-8791564EC633}" srcOrd="0" destOrd="0" presId="urn:microsoft.com/office/officeart/2018/2/layout/IconCircleList"/>
    <dgm:cxn modelId="{2E781984-422C-498C-ADEA-265E19C6F095}" type="presOf" srcId="{33400587-4D2F-48CC-9B1F-740EC6CD7906}" destId="{1E572304-CA34-4377-9426-C0437D73BC16}" srcOrd="0" destOrd="0" presId="urn:microsoft.com/office/officeart/2018/2/layout/IconCircleList"/>
    <dgm:cxn modelId="{5E4172B5-1ABC-4493-AE9D-DF26F89B9DDD}" srcId="{33400587-4D2F-48CC-9B1F-740EC6CD7906}" destId="{2206C963-4ECF-4AF6-9717-21D835E0BDA7}" srcOrd="0" destOrd="0" parTransId="{BCE3D83A-071F-4743-9D15-91FD23AA3138}" sibTransId="{ACD25C9F-0E0C-4668-9428-8AF271C447E3}"/>
    <dgm:cxn modelId="{0D1617BC-62DD-49F8-8DCC-4BF2B18207FE}" srcId="{33400587-4D2F-48CC-9B1F-740EC6CD7906}" destId="{CB0BCC2F-3DFA-4AD0-8ECE-1A85FB8BFBF8}" srcOrd="2" destOrd="0" parTransId="{30EC0C43-E9BE-419D-9157-31946B6C5DB1}" sibTransId="{BB80FB55-B9E3-45FB-98F3-B84445969F7C}"/>
    <dgm:cxn modelId="{89FAA1EC-2470-4EF3-A081-7D4CFD6CD616}" type="presOf" srcId="{2206C963-4ECF-4AF6-9717-21D835E0BDA7}" destId="{A830DE81-BB83-4B2D-AC29-F170BAEDFB23}" srcOrd="0" destOrd="0" presId="urn:microsoft.com/office/officeart/2018/2/layout/IconCircleList"/>
    <dgm:cxn modelId="{C4EE3903-F561-4B97-AF27-57225E519336}" type="presParOf" srcId="{1E572304-CA34-4377-9426-C0437D73BC16}" destId="{70786B30-E5DD-447E-90D1-46CFFFBCC4A3}" srcOrd="0" destOrd="0" presId="urn:microsoft.com/office/officeart/2018/2/layout/IconCircleList"/>
    <dgm:cxn modelId="{F883B018-F54D-4952-B050-8E6814848EC6}" type="presParOf" srcId="{70786B30-E5DD-447E-90D1-46CFFFBCC4A3}" destId="{69AC7156-1020-4C71-8BFB-8C6B99A22E64}" srcOrd="0" destOrd="0" presId="urn:microsoft.com/office/officeart/2018/2/layout/IconCircleList"/>
    <dgm:cxn modelId="{5B809FD7-929A-4C6B-9DFC-969ADE8954B8}" type="presParOf" srcId="{69AC7156-1020-4C71-8BFB-8C6B99A22E64}" destId="{7440D85A-C061-4209-97CF-0248E4413A19}" srcOrd="0" destOrd="0" presId="urn:microsoft.com/office/officeart/2018/2/layout/IconCircleList"/>
    <dgm:cxn modelId="{ABAC537A-3E0B-4864-B84E-EC504F3C6DE7}" type="presParOf" srcId="{69AC7156-1020-4C71-8BFB-8C6B99A22E64}" destId="{D86B9FF3-122E-437A-8EB5-27E0ADAE6CAC}" srcOrd="1" destOrd="0" presId="urn:microsoft.com/office/officeart/2018/2/layout/IconCircleList"/>
    <dgm:cxn modelId="{1540557B-EC48-416D-A4AA-1FD0672ACC5F}" type="presParOf" srcId="{69AC7156-1020-4C71-8BFB-8C6B99A22E64}" destId="{16809F47-D5B7-4A95-AA90-24FF82E6E4B3}" srcOrd="2" destOrd="0" presId="urn:microsoft.com/office/officeart/2018/2/layout/IconCircleList"/>
    <dgm:cxn modelId="{2B930574-51C6-4F83-9F3F-8C874B3245B7}" type="presParOf" srcId="{69AC7156-1020-4C71-8BFB-8C6B99A22E64}" destId="{A830DE81-BB83-4B2D-AC29-F170BAEDFB23}" srcOrd="3" destOrd="0" presId="urn:microsoft.com/office/officeart/2018/2/layout/IconCircleList"/>
    <dgm:cxn modelId="{59F79E2E-BC36-4296-9E7E-90027F7FA979}" type="presParOf" srcId="{70786B30-E5DD-447E-90D1-46CFFFBCC4A3}" destId="{31BE34EA-04CC-4D6C-8409-7AEA802EF2BD}" srcOrd="1" destOrd="0" presId="urn:microsoft.com/office/officeart/2018/2/layout/IconCircleList"/>
    <dgm:cxn modelId="{6833A4A1-30BF-428B-9C04-F3001DDE1126}" type="presParOf" srcId="{70786B30-E5DD-447E-90D1-46CFFFBCC4A3}" destId="{4C641EBD-6657-4C6D-9529-45EF2F4A789D}" srcOrd="2" destOrd="0" presId="urn:microsoft.com/office/officeart/2018/2/layout/IconCircleList"/>
    <dgm:cxn modelId="{2BD4F9FD-484E-494C-AA56-0C7CACBF7709}" type="presParOf" srcId="{4C641EBD-6657-4C6D-9529-45EF2F4A789D}" destId="{F61E4D9F-4288-4C3F-B341-E8653829F985}" srcOrd="0" destOrd="0" presId="urn:microsoft.com/office/officeart/2018/2/layout/IconCircleList"/>
    <dgm:cxn modelId="{2907B7D0-C8B5-42A2-8BC0-05BD9D23C371}" type="presParOf" srcId="{4C641EBD-6657-4C6D-9529-45EF2F4A789D}" destId="{A818DA17-8861-440E-ADFB-D735101E6117}" srcOrd="1" destOrd="0" presId="urn:microsoft.com/office/officeart/2018/2/layout/IconCircleList"/>
    <dgm:cxn modelId="{AAF56117-BD92-4912-8DCB-34532903CF5F}" type="presParOf" srcId="{4C641EBD-6657-4C6D-9529-45EF2F4A789D}" destId="{5941822E-0F75-4E64-9FE8-4E864D5A8FE0}" srcOrd="2" destOrd="0" presId="urn:microsoft.com/office/officeart/2018/2/layout/IconCircleList"/>
    <dgm:cxn modelId="{8F6C9234-3DFA-4133-ACD4-E9E0C2647081}" type="presParOf" srcId="{4C641EBD-6657-4C6D-9529-45EF2F4A789D}" destId="{4A83B440-9E90-4CE6-895C-37B96FBE2B67}" srcOrd="3" destOrd="0" presId="urn:microsoft.com/office/officeart/2018/2/layout/IconCircleList"/>
    <dgm:cxn modelId="{D773F2C3-219B-4DAF-A8CB-2D81DBCC405E}" type="presParOf" srcId="{70786B30-E5DD-447E-90D1-46CFFFBCC4A3}" destId="{3A7C319D-F99D-45F4-9DAA-8791564EC633}" srcOrd="3" destOrd="0" presId="urn:microsoft.com/office/officeart/2018/2/layout/IconCircleList"/>
    <dgm:cxn modelId="{8D22540B-8609-4FBB-8027-1AD940597D4B}" type="presParOf" srcId="{70786B30-E5DD-447E-90D1-46CFFFBCC4A3}" destId="{E9D60C78-519D-48A0-AC4C-1E50139EC045}" srcOrd="4" destOrd="0" presId="urn:microsoft.com/office/officeart/2018/2/layout/IconCircleList"/>
    <dgm:cxn modelId="{0D068469-B1DC-4D2E-8A5E-09401628DEAC}" type="presParOf" srcId="{E9D60C78-519D-48A0-AC4C-1E50139EC045}" destId="{24823780-C9FB-4F85-BD79-83645C5D38E8}" srcOrd="0" destOrd="0" presId="urn:microsoft.com/office/officeart/2018/2/layout/IconCircleList"/>
    <dgm:cxn modelId="{1882352A-814E-441F-A2AE-C14135D0867A}" type="presParOf" srcId="{E9D60C78-519D-48A0-AC4C-1E50139EC045}" destId="{95DD9882-2227-4F80-85AF-23F098FA9CDB}" srcOrd="1" destOrd="0" presId="urn:microsoft.com/office/officeart/2018/2/layout/IconCircleList"/>
    <dgm:cxn modelId="{84DA8E76-15DB-4557-990A-9917BEB32EF9}" type="presParOf" srcId="{E9D60C78-519D-48A0-AC4C-1E50139EC045}" destId="{2DAFB8D0-44AA-47D1-BCE5-39FB3A19A955}" srcOrd="2" destOrd="0" presId="urn:microsoft.com/office/officeart/2018/2/layout/IconCircleList"/>
    <dgm:cxn modelId="{CB9F3BC1-F8DC-484E-92CF-6FDE1DB6EDE9}" type="presParOf" srcId="{E9D60C78-519D-48A0-AC4C-1E50139EC045}" destId="{1DD15F53-14E0-496D-AB3D-F561ADB9DA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FC1BBF-2420-4E02-8A10-495E045C3C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B75826-10CD-4E93-BC71-FF381011303D}">
      <dgm:prSet/>
      <dgm:spPr/>
      <dgm:t>
        <a:bodyPr/>
        <a:lstStyle/>
        <a:p>
          <a:r>
            <a:rPr lang="es-MX"/>
            <a:t>Desarrollo de aplicaciones web y móviles.</a:t>
          </a:r>
          <a:endParaRPr lang="en-US"/>
        </a:p>
      </dgm:t>
    </dgm:pt>
    <dgm:pt modelId="{9BFEC725-3D32-4F37-9C1C-4C725A3BFA58}" type="parTrans" cxnId="{C1DF1F49-F174-41DF-B172-AA41B742DC60}">
      <dgm:prSet/>
      <dgm:spPr/>
      <dgm:t>
        <a:bodyPr/>
        <a:lstStyle/>
        <a:p>
          <a:endParaRPr lang="en-US"/>
        </a:p>
      </dgm:t>
    </dgm:pt>
    <dgm:pt modelId="{59C914F6-2C65-431E-83E4-792C0FA7CA60}" type="sibTrans" cxnId="{C1DF1F49-F174-41DF-B172-AA41B742DC60}">
      <dgm:prSet/>
      <dgm:spPr/>
      <dgm:t>
        <a:bodyPr/>
        <a:lstStyle/>
        <a:p>
          <a:endParaRPr lang="en-US"/>
        </a:p>
      </dgm:t>
    </dgm:pt>
    <dgm:pt modelId="{22793757-6D4E-4C08-878C-C1E07F7CB6BA}">
      <dgm:prSet/>
      <dgm:spPr/>
      <dgm:t>
        <a:bodyPr/>
        <a:lstStyle/>
        <a:p>
          <a:r>
            <a:rPr lang="es-MX"/>
            <a:t>Integración entre servicios (PayPal con una tienda en línea).</a:t>
          </a:r>
          <a:endParaRPr lang="en-US"/>
        </a:p>
      </dgm:t>
    </dgm:pt>
    <dgm:pt modelId="{43F1A868-7C8A-4332-AFBC-CE3007D49109}" type="parTrans" cxnId="{8C717FC2-97F8-47A3-B741-46EBAE6CB7CB}">
      <dgm:prSet/>
      <dgm:spPr/>
      <dgm:t>
        <a:bodyPr/>
        <a:lstStyle/>
        <a:p>
          <a:endParaRPr lang="en-US"/>
        </a:p>
      </dgm:t>
    </dgm:pt>
    <dgm:pt modelId="{A58D9193-3DEE-49CD-B572-D86595BF9860}" type="sibTrans" cxnId="{8C717FC2-97F8-47A3-B741-46EBAE6CB7CB}">
      <dgm:prSet/>
      <dgm:spPr/>
      <dgm:t>
        <a:bodyPr/>
        <a:lstStyle/>
        <a:p>
          <a:endParaRPr lang="en-US"/>
        </a:p>
      </dgm:t>
    </dgm:pt>
    <dgm:pt modelId="{CB98B2F9-0CB5-434D-99B1-88F97E699830}">
      <dgm:prSet/>
      <dgm:spPr/>
      <dgm:t>
        <a:bodyPr/>
        <a:lstStyle/>
        <a:p>
          <a:r>
            <a:rPr lang="es-MX"/>
            <a:t>Automatización de procesos.</a:t>
          </a:r>
          <a:endParaRPr lang="en-US"/>
        </a:p>
      </dgm:t>
    </dgm:pt>
    <dgm:pt modelId="{BDF244C9-315E-451A-B0EC-82F3D6C4DCDE}" type="parTrans" cxnId="{D8EE3811-B325-44D8-9D6A-11FB0E5230B5}">
      <dgm:prSet/>
      <dgm:spPr/>
      <dgm:t>
        <a:bodyPr/>
        <a:lstStyle/>
        <a:p>
          <a:endParaRPr lang="en-US"/>
        </a:p>
      </dgm:t>
    </dgm:pt>
    <dgm:pt modelId="{20546A1C-0FEF-43E4-BADC-F5365F204E11}" type="sibTrans" cxnId="{D8EE3811-B325-44D8-9D6A-11FB0E5230B5}">
      <dgm:prSet/>
      <dgm:spPr/>
      <dgm:t>
        <a:bodyPr/>
        <a:lstStyle/>
        <a:p>
          <a:endParaRPr lang="en-US"/>
        </a:p>
      </dgm:t>
    </dgm:pt>
    <dgm:pt modelId="{5B5076A9-AE8B-49CC-9B15-60A4A2BBAECE}">
      <dgm:prSet/>
      <dgm:spPr/>
      <dgm:t>
        <a:bodyPr/>
        <a:lstStyle/>
        <a:p>
          <a:r>
            <a:rPr lang="es-MX"/>
            <a:t>Videojuegos, análisis de datos, etc</a:t>
          </a:r>
          <a:endParaRPr lang="en-US"/>
        </a:p>
      </dgm:t>
    </dgm:pt>
    <dgm:pt modelId="{24E3EFED-C44F-472B-84D4-7B44D9A3628F}" type="parTrans" cxnId="{BC27CC1F-6730-4B4C-9796-F766BF8748BD}">
      <dgm:prSet/>
      <dgm:spPr/>
      <dgm:t>
        <a:bodyPr/>
        <a:lstStyle/>
        <a:p>
          <a:endParaRPr lang="en-US"/>
        </a:p>
      </dgm:t>
    </dgm:pt>
    <dgm:pt modelId="{D55E9354-251C-4E52-A428-240BC32585A3}" type="sibTrans" cxnId="{BC27CC1F-6730-4B4C-9796-F766BF8748BD}">
      <dgm:prSet/>
      <dgm:spPr/>
      <dgm:t>
        <a:bodyPr/>
        <a:lstStyle/>
        <a:p>
          <a:endParaRPr lang="en-US"/>
        </a:p>
      </dgm:t>
    </dgm:pt>
    <dgm:pt modelId="{C834EE85-5A6C-4AFE-82D2-6B1F080707E7}" type="pres">
      <dgm:prSet presAssocID="{5EFC1BBF-2420-4E02-8A10-495E045C3C28}" presName="root" presStyleCnt="0">
        <dgm:presLayoutVars>
          <dgm:dir/>
          <dgm:resizeHandles val="exact"/>
        </dgm:presLayoutVars>
      </dgm:prSet>
      <dgm:spPr/>
    </dgm:pt>
    <dgm:pt modelId="{EDCFD427-5225-4276-8D3C-C3E20FDA54C8}" type="pres">
      <dgm:prSet presAssocID="{C7B75826-10CD-4E93-BC71-FF381011303D}" presName="compNode" presStyleCnt="0"/>
      <dgm:spPr/>
    </dgm:pt>
    <dgm:pt modelId="{620520CD-CDF7-4334-8061-01819D8A45AC}" type="pres">
      <dgm:prSet presAssocID="{C7B75826-10CD-4E93-BC71-FF381011303D}" presName="bgRect" presStyleLbl="bgShp" presStyleIdx="0" presStyleCnt="4"/>
      <dgm:spPr/>
    </dgm:pt>
    <dgm:pt modelId="{DA627711-2E80-4ADA-8182-5664874DA77E}" type="pres">
      <dgm:prSet presAssocID="{C7B75826-10CD-4E93-BC71-FF38101130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B525160-EAD6-4A4B-8ACD-44874DA8AAFF}" type="pres">
      <dgm:prSet presAssocID="{C7B75826-10CD-4E93-BC71-FF381011303D}" presName="spaceRect" presStyleCnt="0"/>
      <dgm:spPr/>
    </dgm:pt>
    <dgm:pt modelId="{CD35EAAA-327D-44F1-97BB-A5C4C0F71A12}" type="pres">
      <dgm:prSet presAssocID="{C7B75826-10CD-4E93-BC71-FF381011303D}" presName="parTx" presStyleLbl="revTx" presStyleIdx="0" presStyleCnt="4">
        <dgm:presLayoutVars>
          <dgm:chMax val="0"/>
          <dgm:chPref val="0"/>
        </dgm:presLayoutVars>
      </dgm:prSet>
      <dgm:spPr/>
    </dgm:pt>
    <dgm:pt modelId="{84FC53A6-65C3-481E-A01A-F85BC287EA95}" type="pres">
      <dgm:prSet presAssocID="{59C914F6-2C65-431E-83E4-792C0FA7CA60}" presName="sibTrans" presStyleCnt="0"/>
      <dgm:spPr/>
    </dgm:pt>
    <dgm:pt modelId="{6A3FC274-88D2-417E-9630-CEF4E5D972CB}" type="pres">
      <dgm:prSet presAssocID="{22793757-6D4E-4C08-878C-C1E07F7CB6BA}" presName="compNode" presStyleCnt="0"/>
      <dgm:spPr/>
    </dgm:pt>
    <dgm:pt modelId="{0F823F5D-632A-4CEF-B55A-5A202D5B2EEC}" type="pres">
      <dgm:prSet presAssocID="{22793757-6D4E-4C08-878C-C1E07F7CB6BA}" presName="bgRect" presStyleLbl="bgShp" presStyleIdx="1" presStyleCnt="4"/>
      <dgm:spPr/>
    </dgm:pt>
    <dgm:pt modelId="{3EB142B2-3CB6-46DF-8BCF-33D16F1ED69A}" type="pres">
      <dgm:prSet presAssocID="{22793757-6D4E-4C08-878C-C1E07F7CB6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 de campaña"/>
        </a:ext>
      </dgm:extLst>
    </dgm:pt>
    <dgm:pt modelId="{CCAC9531-A4F1-4D87-BD2F-6E1BA048A30D}" type="pres">
      <dgm:prSet presAssocID="{22793757-6D4E-4C08-878C-C1E07F7CB6BA}" presName="spaceRect" presStyleCnt="0"/>
      <dgm:spPr/>
    </dgm:pt>
    <dgm:pt modelId="{A0C29045-A7E3-4ACE-BF21-C4941C5F8F73}" type="pres">
      <dgm:prSet presAssocID="{22793757-6D4E-4C08-878C-C1E07F7CB6BA}" presName="parTx" presStyleLbl="revTx" presStyleIdx="1" presStyleCnt="4">
        <dgm:presLayoutVars>
          <dgm:chMax val="0"/>
          <dgm:chPref val="0"/>
        </dgm:presLayoutVars>
      </dgm:prSet>
      <dgm:spPr/>
    </dgm:pt>
    <dgm:pt modelId="{D412D3C6-3E5D-4DF6-A0F9-1C714925AE46}" type="pres">
      <dgm:prSet presAssocID="{A58D9193-3DEE-49CD-B572-D86595BF9860}" presName="sibTrans" presStyleCnt="0"/>
      <dgm:spPr/>
    </dgm:pt>
    <dgm:pt modelId="{BEC97192-08B4-41DD-B0C1-E3C977768756}" type="pres">
      <dgm:prSet presAssocID="{CB98B2F9-0CB5-434D-99B1-88F97E699830}" presName="compNode" presStyleCnt="0"/>
      <dgm:spPr/>
    </dgm:pt>
    <dgm:pt modelId="{8A8BAA4A-D79E-45A9-9593-D8456EAD5413}" type="pres">
      <dgm:prSet presAssocID="{CB98B2F9-0CB5-434D-99B1-88F97E699830}" presName="bgRect" presStyleLbl="bgShp" presStyleIdx="2" presStyleCnt="4"/>
      <dgm:spPr/>
    </dgm:pt>
    <dgm:pt modelId="{A80CE88D-E0EB-468F-A652-8FF4065E7D21}" type="pres">
      <dgm:prSet presAssocID="{CB98B2F9-0CB5-434D-99B1-88F97E6998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D8ACF711-322F-4807-A06C-4EF342864361}" type="pres">
      <dgm:prSet presAssocID="{CB98B2F9-0CB5-434D-99B1-88F97E699830}" presName="spaceRect" presStyleCnt="0"/>
      <dgm:spPr/>
    </dgm:pt>
    <dgm:pt modelId="{1C1E25DA-772B-431A-8678-A8417B4A6AD3}" type="pres">
      <dgm:prSet presAssocID="{CB98B2F9-0CB5-434D-99B1-88F97E699830}" presName="parTx" presStyleLbl="revTx" presStyleIdx="2" presStyleCnt="4">
        <dgm:presLayoutVars>
          <dgm:chMax val="0"/>
          <dgm:chPref val="0"/>
        </dgm:presLayoutVars>
      </dgm:prSet>
      <dgm:spPr/>
    </dgm:pt>
    <dgm:pt modelId="{7F0CF33C-CFEB-4264-BD8B-C805942B1F71}" type="pres">
      <dgm:prSet presAssocID="{20546A1C-0FEF-43E4-BADC-F5365F204E11}" presName="sibTrans" presStyleCnt="0"/>
      <dgm:spPr/>
    </dgm:pt>
    <dgm:pt modelId="{C04A3CC6-D5E3-4EFB-AE2B-30A8D6303DF8}" type="pres">
      <dgm:prSet presAssocID="{5B5076A9-AE8B-49CC-9B15-60A4A2BBAECE}" presName="compNode" presStyleCnt="0"/>
      <dgm:spPr/>
    </dgm:pt>
    <dgm:pt modelId="{8262D57F-4A3A-4B5D-A4E8-067A0AC17D61}" type="pres">
      <dgm:prSet presAssocID="{5B5076A9-AE8B-49CC-9B15-60A4A2BBAECE}" presName="bgRect" presStyleLbl="bgShp" presStyleIdx="3" presStyleCnt="4"/>
      <dgm:spPr/>
    </dgm:pt>
    <dgm:pt modelId="{B806E120-D547-4EA4-A2C2-1C2B87B2F5D2}" type="pres">
      <dgm:prSet presAssocID="{5B5076A9-AE8B-49CC-9B15-60A4A2BBAE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5F7397BB-9B00-4B7C-8C64-D27130AEF5E6}" type="pres">
      <dgm:prSet presAssocID="{5B5076A9-AE8B-49CC-9B15-60A4A2BBAECE}" presName="spaceRect" presStyleCnt="0"/>
      <dgm:spPr/>
    </dgm:pt>
    <dgm:pt modelId="{F93750EA-8599-40C4-A00C-16E3AEBEF034}" type="pres">
      <dgm:prSet presAssocID="{5B5076A9-AE8B-49CC-9B15-60A4A2BBAE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EE3811-B325-44D8-9D6A-11FB0E5230B5}" srcId="{5EFC1BBF-2420-4E02-8A10-495E045C3C28}" destId="{CB98B2F9-0CB5-434D-99B1-88F97E699830}" srcOrd="2" destOrd="0" parTransId="{BDF244C9-315E-451A-B0EC-82F3D6C4DCDE}" sibTransId="{20546A1C-0FEF-43E4-BADC-F5365F204E11}"/>
    <dgm:cxn modelId="{BC27CC1F-6730-4B4C-9796-F766BF8748BD}" srcId="{5EFC1BBF-2420-4E02-8A10-495E045C3C28}" destId="{5B5076A9-AE8B-49CC-9B15-60A4A2BBAECE}" srcOrd="3" destOrd="0" parTransId="{24E3EFED-C44F-472B-84D4-7B44D9A3628F}" sibTransId="{D55E9354-251C-4E52-A428-240BC32585A3}"/>
    <dgm:cxn modelId="{C1DF1F49-F174-41DF-B172-AA41B742DC60}" srcId="{5EFC1BBF-2420-4E02-8A10-495E045C3C28}" destId="{C7B75826-10CD-4E93-BC71-FF381011303D}" srcOrd="0" destOrd="0" parTransId="{9BFEC725-3D32-4F37-9C1C-4C725A3BFA58}" sibTransId="{59C914F6-2C65-431E-83E4-792C0FA7CA60}"/>
    <dgm:cxn modelId="{45D7BD53-A91C-4030-96E7-7B0C22993EA6}" type="presOf" srcId="{CB98B2F9-0CB5-434D-99B1-88F97E699830}" destId="{1C1E25DA-772B-431A-8678-A8417B4A6AD3}" srcOrd="0" destOrd="0" presId="urn:microsoft.com/office/officeart/2018/2/layout/IconVerticalSolidList"/>
    <dgm:cxn modelId="{51739D56-37D2-494B-BFDC-D5E6D4F4665F}" type="presOf" srcId="{22793757-6D4E-4C08-878C-C1E07F7CB6BA}" destId="{A0C29045-A7E3-4ACE-BF21-C4941C5F8F73}" srcOrd="0" destOrd="0" presId="urn:microsoft.com/office/officeart/2018/2/layout/IconVerticalSolidList"/>
    <dgm:cxn modelId="{1E0C04A9-FE90-448C-A2DB-EEE1B876CC94}" type="presOf" srcId="{5EFC1BBF-2420-4E02-8A10-495E045C3C28}" destId="{C834EE85-5A6C-4AFE-82D2-6B1F080707E7}" srcOrd="0" destOrd="0" presId="urn:microsoft.com/office/officeart/2018/2/layout/IconVerticalSolidList"/>
    <dgm:cxn modelId="{8C717FC2-97F8-47A3-B741-46EBAE6CB7CB}" srcId="{5EFC1BBF-2420-4E02-8A10-495E045C3C28}" destId="{22793757-6D4E-4C08-878C-C1E07F7CB6BA}" srcOrd="1" destOrd="0" parTransId="{43F1A868-7C8A-4332-AFBC-CE3007D49109}" sibTransId="{A58D9193-3DEE-49CD-B572-D86595BF9860}"/>
    <dgm:cxn modelId="{4D85D2DA-C3F5-4EB1-B1D3-A7676FCB83D5}" type="presOf" srcId="{5B5076A9-AE8B-49CC-9B15-60A4A2BBAECE}" destId="{F93750EA-8599-40C4-A00C-16E3AEBEF034}" srcOrd="0" destOrd="0" presId="urn:microsoft.com/office/officeart/2018/2/layout/IconVerticalSolidList"/>
    <dgm:cxn modelId="{EFE40FF3-164B-4A4C-A5D0-DF2DC73D2218}" type="presOf" srcId="{C7B75826-10CD-4E93-BC71-FF381011303D}" destId="{CD35EAAA-327D-44F1-97BB-A5C4C0F71A12}" srcOrd="0" destOrd="0" presId="urn:microsoft.com/office/officeart/2018/2/layout/IconVerticalSolidList"/>
    <dgm:cxn modelId="{0EACB018-81BE-4BAD-A664-02D1A58A39D4}" type="presParOf" srcId="{C834EE85-5A6C-4AFE-82D2-6B1F080707E7}" destId="{EDCFD427-5225-4276-8D3C-C3E20FDA54C8}" srcOrd="0" destOrd="0" presId="urn:microsoft.com/office/officeart/2018/2/layout/IconVerticalSolidList"/>
    <dgm:cxn modelId="{39C973A9-6859-4529-9DD2-A2553A25A2F4}" type="presParOf" srcId="{EDCFD427-5225-4276-8D3C-C3E20FDA54C8}" destId="{620520CD-CDF7-4334-8061-01819D8A45AC}" srcOrd="0" destOrd="0" presId="urn:microsoft.com/office/officeart/2018/2/layout/IconVerticalSolidList"/>
    <dgm:cxn modelId="{EEFA6979-7537-4AA9-879A-25177D1559F2}" type="presParOf" srcId="{EDCFD427-5225-4276-8D3C-C3E20FDA54C8}" destId="{DA627711-2E80-4ADA-8182-5664874DA77E}" srcOrd="1" destOrd="0" presId="urn:microsoft.com/office/officeart/2018/2/layout/IconVerticalSolidList"/>
    <dgm:cxn modelId="{214E7242-EBE0-458D-A58D-1EEC3C4031D0}" type="presParOf" srcId="{EDCFD427-5225-4276-8D3C-C3E20FDA54C8}" destId="{5B525160-EAD6-4A4B-8ACD-44874DA8AAFF}" srcOrd="2" destOrd="0" presId="urn:microsoft.com/office/officeart/2018/2/layout/IconVerticalSolidList"/>
    <dgm:cxn modelId="{BF2E7DB3-C70A-4BF5-BC8A-04BAF4752393}" type="presParOf" srcId="{EDCFD427-5225-4276-8D3C-C3E20FDA54C8}" destId="{CD35EAAA-327D-44F1-97BB-A5C4C0F71A12}" srcOrd="3" destOrd="0" presId="urn:microsoft.com/office/officeart/2018/2/layout/IconVerticalSolidList"/>
    <dgm:cxn modelId="{3624E0A1-0B10-429C-90B7-4A72A0A636BE}" type="presParOf" srcId="{C834EE85-5A6C-4AFE-82D2-6B1F080707E7}" destId="{84FC53A6-65C3-481E-A01A-F85BC287EA95}" srcOrd="1" destOrd="0" presId="urn:microsoft.com/office/officeart/2018/2/layout/IconVerticalSolidList"/>
    <dgm:cxn modelId="{3BAF0FC1-5A34-4368-9443-987AFE6303AF}" type="presParOf" srcId="{C834EE85-5A6C-4AFE-82D2-6B1F080707E7}" destId="{6A3FC274-88D2-417E-9630-CEF4E5D972CB}" srcOrd="2" destOrd="0" presId="urn:microsoft.com/office/officeart/2018/2/layout/IconVerticalSolidList"/>
    <dgm:cxn modelId="{B5694F44-460D-43A9-BAB7-65659011B27E}" type="presParOf" srcId="{6A3FC274-88D2-417E-9630-CEF4E5D972CB}" destId="{0F823F5D-632A-4CEF-B55A-5A202D5B2EEC}" srcOrd="0" destOrd="0" presId="urn:microsoft.com/office/officeart/2018/2/layout/IconVerticalSolidList"/>
    <dgm:cxn modelId="{2478ECC2-26AC-4E04-8183-1D998F971FC3}" type="presParOf" srcId="{6A3FC274-88D2-417E-9630-CEF4E5D972CB}" destId="{3EB142B2-3CB6-46DF-8BCF-33D16F1ED69A}" srcOrd="1" destOrd="0" presId="urn:microsoft.com/office/officeart/2018/2/layout/IconVerticalSolidList"/>
    <dgm:cxn modelId="{34AE6F6A-B492-4D3F-980E-73633CBD254E}" type="presParOf" srcId="{6A3FC274-88D2-417E-9630-CEF4E5D972CB}" destId="{CCAC9531-A4F1-4D87-BD2F-6E1BA048A30D}" srcOrd="2" destOrd="0" presId="urn:microsoft.com/office/officeart/2018/2/layout/IconVerticalSolidList"/>
    <dgm:cxn modelId="{5071DD69-5AB3-420F-8024-524D9C011DD5}" type="presParOf" srcId="{6A3FC274-88D2-417E-9630-CEF4E5D972CB}" destId="{A0C29045-A7E3-4ACE-BF21-C4941C5F8F73}" srcOrd="3" destOrd="0" presId="urn:microsoft.com/office/officeart/2018/2/layout/IconVerticalSolidList"/>
    <dgm:cxn modelId="{03F43D72-8989-40BD-9C13-13B93DACD4C5}" type="presParOf" srcId="{C834EE85-5A6C-4AFE-82D2-6B1F080707E7}" destId="{D412D3C6-3E5D-4DF6-A0F9-1C714925AE46}" srcOrd="3" destOrd="0" presId="urn:microsoft.com/office/officeart/2018/2/layout/IconVerticalSolidList"/>
    <dgm:cxn modelId="{B318FC8C-8B9C-4C13-B4FE-3C0773F5A248}" type="presParOf" srcId="{C834EE85-5A6C-4AFE-82D2-6B1F080707E7}" destId="{BEC97192-08B4-41DD-B0C1-E3C977768756}" srcOrd="4" destOrd="0" presId="urn:microsoft.com/office/officeart/2018/2/layout/IconVerticalSolidList"/>
    <dgm:cxn modelId="{C3595B03-6EBF-4E0E-92F4-D35CD99AB0DF}" type="presParOf" srcId="{BEC97192-08B4-41DD-B0C1-E3C977768756}" destId="{8A8BAA4A-D79E-45A9-9593-D8456EAD5413}" srcOrd="0" destOrd="0" presId="urn:microsoft.com/office/officeart/2018/2/layout/IconVerticalSolidList"/>
    <dgm:cxn modelId="{3C3A31D3-3C8A-4F41-B9D4-21D60AA242D5}" type="presParOf" srcId="{BEC97192-08B4-41DD-B0C1-E3C977768756}" destId="{A80CE88D-E0EB-468F-A652-8FF4065E7D21}" srcOrd="1" destOrd="0" presId="urn:microsoft.com/office/officeart/2018/2/layout/IconVerticalSolidList"/>
    <dgm:cxn modelId="{EB33A3FF-885B-444C-8A11-C21FE13EB6D1}" type="presParOf" srcId="{BEC97192-08B4-41DD-B0C1-E3C977768756}" destId="{D8ACF711-322F-4807-A06C-4EF342864361}" srcOrd="2" destOrd="0" presId="urn:microsoft.com/office/officeart/2018/2/layout/IconVerticalSolidList"/>
    <dgm:cxn modelId="{330F842D-7F4F-41A9-98CF-6C04945652E4}" type="presParOf" srcId="{BEC97192-08B4-41DD-B0C1-E3C977768756}" destId="{1C1E25DA-772B-431A-8678-A8417B4A6AD3}" srcOrd="3" destOrd="0" presId="urn:microsoft.com/office/officeart/2018/2/layout/IconVerticalSolidList"/>
    <dgm:cxn modelId="{817473CA-60EF-49F4-B5FC-E23EACFE3F41}" type="presParOf" srcId="{C834EE85-5A6C-4AFE-82D2-6B1F080707E7}" destId="{7F0CF33C-CFEB-4264-BD8B-C805942B1F71}" srcOrd="5" destOrd="0" presId="urn:microsoft.com/office/officeart/2018/2/layout/IconVerticalSolidList"/>
    <dgm:cxn modelId="{B4622C95-B4B8-4D9F-A96D-3B2CD745C01B}" type="presParOf" srcId="{C834EE85-5A6C-4AFE-82D2-6B1F080707E7}" destId="{C04A3CC6-D5E3-4EFB-AE2B-30A8D6303DF8}" srcOrd="6" destOrd="0" presId="urn:microsoft.com/office/officeart/2018/2/layout/IconVerticalSolidList"/>
    <dgm:cxn modelId="{BDC1000A-CEB8-4152-AF62-4140F86F3A5E}" type="presParOf" srcId="{C04A3CC6-D5E3-4EFB-AE2B-30A8D6303DF8}" destId="{8262D57F-4A3A-4B5D-A4E8-067A0AC17D61}" srcOrd="0" destOrd="0" presId="urn:microsoft.com/office/officeart/2018/2/layout/IconVerticalSolidList"/>
    <dgm:cxn modelId="{18F8E4A3-3815-4781-A133-2A84B5B65370}" type="presParOf" srcId="{C04A3CC6-D5E3-4EFB-AE2B-30A8D6303DF8}" destId="{B806E120-D547-4EA4-A2C2-1C2B87B2F5D2}" srcOrd="1" destOrd="0" presId="urn:microsoft.com/office/officeart/2018/2/layout/IconVerticalSolidList"/>
    <dgm:cxn modelId="{7D13DF1B-184A-4F94-A5C6-64737820A59C}" type="presParOf" srcId="{C04A3CC6-D5E3-4EFB-AE2B-30A8D6303DF8}" destId="{5F7397BB-9B00-4B7C-8C64-D27130AEF5E6}" srcOrd="2" destOrd="0" presId="urn:microsoft.com/office/officeart/2018/2/layout/IconVerticalSolidList"/>
    <dgm:cxn modelId="{714B0B7A-7740-4665-9082-0932C0FFA15F}" type="presParOf" srcId="{C04A3CC6-D5E3-4EFB-AE2B-30A8D6303DF8}" destId="{F93750EA-8599-40C4-A00C-16E3AEBEF0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280743-2705-4FDC-A7C0-023BE9809D16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6CC800-570C-4446-837A-2AF3019CB1B8}">
      <dgm:prSet/>
      <dgm:spPr/>
      <dgm:t>
        <a:bodyPr/>
        <a:lstStyle/>
        <a:p>
          <a:r>
            <a:rPr lang="es-MX"/>
            <a:t>JavaScript (Node.js, Express)</a:t>
          </a:r>
          <a:endParaRPr lang="en-US"/>
        </a:p>
      </dgm:t>
    </dgm:pt>
    <dgm:pt modelId="{CECA5F7D-2851-4990-9531-ECFA6429E5AB}" type="parTrans" cxnId="{0B0D1ACB-FFA0-4B72-AF69-A9B0DC2461CD}">
      <dgm:prSet/>
      <dgm:spPr/>
      <dgm:t>
        <a:bodyPr/>
        <a:lstStyle/>
        <a:p>
          <a:endParaRPr lang="en-US"/>
        </a:p>
      </dgm:t>
    </dgm:pt>
    <dgm:pt modelId="{8703B7B0-5EFD-47C3-93A0-42405DFE8120}" type="sibTrans" cxnId="{0B0D1ACB-FFA0-4B72-AF69-A9B0DC2461CD}">
      <dgm:prSet/>
      <dgm:spPr/>
      <dgm:t>
        <a:bodyPr/>
        <a:lstStyle/>
        <a:p>
          <a:endParaRPr lang="en-US"/>
        </a:p>
      </dgm:t>
    </dgm:pt>
    <dgm:pt modelId="{E2AAEE01-456F-463A-AB72-72F6E80791E7}">
      <dgm:prSet/>
      <dgm:spPr/>
      <dgm:t>
        <a:bodyPr/>
        <a:lstStyle/>
        <a:p>
          <a:r>
            <a:rPr lang="es-MX"/>
            <a:t>Python (Flask, Django)</a:t>
          </a:r>
          <a:endParaRPr lang="en-US"/>
        </a:p>
      </dgm:t>
    </dgm:pt>
    <dgm:pt modelId="{0002ABBD-61B6-4544-B0ED-A88A134A5602}" type="parTrans" cxnId="{D6A0B5FA-EDB9-4DB3-BA00-27B2FCCC806E}">
      <dgm:prSet/>
      <dgm:spPr/>
      <dgm:t>
        <a:bodyPr/>
        <a:lstStyle/>
        <a:p>
          <a:endParaRPr lang="en-US"/>
        </a:p>
      </dgm:t>
    </dgm:pt>
    <dgm:pt modelId="{2AFEDA4B-DBE3-44BB-B697-33B3F29A5C8A}" type="sibTrans" cxnId="{D6A0B5FA-EDB9-4DB3-BA00-27B2FCCC806E}">
      <dgm:prSet/>
      <dgm:spPr/>
      <dgm:t>
        <a:bodyPr/>
        <a:lstStyle/>
        <a:p>
          <a:endParaRPr lang="en-US"/>
        </a:p>
      </dgm:t>
    </dgm:pt>
    <dgm:pt modelId="{7C8CA610-2143-4AB7-B3FB-67BF37475CC7}">
      <dgm:prSet/>
      <dgm:spPr/>
      <dgm:t>
        <a:bodyPr/>
        <a:lstStyle/>
        <a:p>
          <a:r>
            <a:rPr lang="es-MX"/>
            <a:t>Java (Spring Boot)</a:t>
          </a:r>
          <a:endParaRPr lang="en-US"/>
        </a:p>
      </dgm:t>
    </dgm:pt>
    <dgm:pt modelId="{765AE6D9-BDB1-4B3A-BBF4-06DC31FEBDCD}" type="parTrans" cxnId="{F00C3FDB-D502-4845-ABDC-F90E4052EAD9}">
      <dgm:prSet/>
      <dgm:spPr/>
      <dgm:t>
        <a:bodyPr/>
        <a:lstStyle/>
        <a:p>
          <a:endParaRPr lang="en-US"/>
        </a:p>
      </dgm:t>
    </dgm:pt>
    <dgm:pt modelId="{FB191795-0C6A-4A1D-A1B1-F5CF9F87DDFC}" type="sibTrans" cxnId="{F00C3FDB-D502-4845-ABDC-F90E4052EAD9}">
      <dgm:prSet/>
      <dgm:spPr/>
      <dgm:t>
        <a:bodyPr/>
        <a:lstStyle/>
        <a:p>
          <a:endParaRPr lang="en-US"/>
        </a:p>
      </dgm:t>
    </dgm:pt>
    <dgm:pt modelId="{B08DC68F-3F3E-4A42-AD7F-EE23BA18409D}">
      <dgm:prSet/>
      <dgm:spPr/>
      <dgm:t>
        <a:bodyPr/>
        <a:lstStyle/>
        <a:p>
          <a:r>
            <a:rPr lang="es-MX"/>
            <a:t>C# (.NET CORE)</a:t>
          </a:r>
          <a:endParaRPr lang="en-US"/>
        </a:p>
      </dgm:t>
    </dgm:pt>
    <dgm:pt modelId="{F326756C-482F-466D-8344-64EB43ABF59E}" type="parTrans" cxnId="{58E3AE4C-90F3-4CCB-BC7F-EFED7F5C6F20}">
      <dgm:prSet/>
      <dgm:spPr/>
      <dgm:t>
        <a:bodyPr/>
        <a:lstStyle/>
        <a:p>
          <a:endParaRPr lang="en-US"/>
        </a:p>
      </dgm:t>
    </dgm:pt>
    <dgm:pt modelId="{8B741088-352E-451B-AA02-0B20602362DE}" type="sibTrans" cxnId="{58E3AE4C-90F3-4CCB-BC7F-EFED7F5C6F20}">
      <dgm:prSet/>
      <dgm:spPr/>
      <dgm:t>
        <a:bodyPr/>
        <a:lstStyle/>
        <a:p>
          <a:endParaRPr lang="en-US"/>
        </a:p>
      </dgm:t>
    </dgm:pt>
    <dgm:pt modelId="{2A59E6D3-B125-45DE-9925-03D0303114BA}">
      <dgm:prSet/>
      <dgm:spPr/>
      <dgm:t>
        <a:bodyPr/>
        <a:lstStyle/>
        <a:p>
          <a:r>
            <a:rPr lang="es-MX"/>
            <a:t>PHP (Laravel, Symfony)</a:t>
          </a:r>
          <a:endParaRPr lang="en-US"/>
        </a:p>
      </dgm:t>
    </dgm:pt>
    <dgm:pt modelId="{0148DA7C-B8AB-4CEA-8BAC-CBCFBB059E3F}" type="parTrans" cxnId="{D08567ED-581F-4087-89FA-5BE8D64A9113}">
      <dgm:prSet/>
      <dgm:spPr/>
      <dgm:t>
        <a:bodyPr/>
        <a:lstStyle/>
        <a:p>
          <a:endParaRPr lang="en-US"/>
        </a:p>
      </dgm:t>
    </dgm:pt>
    <dgm:pt modelId="{531FB7F9-F7E3-44FD-9414-DAF053896869}" type="sibTrans" cxnId="{D08567ED-581F-4087-89FA-5BE8D64A9113}">
      <dgm:prSet/>
      <dgm:spPr/>
      <dgm:t>
        <a:bodyPr/>
        <a:lstStyle/>
        <a:p>
          <a:endParaRPr lang="en-US"/>
        </a:p>
      </dgm:t>
    </dgm:pt>
    <dgm:pt modelId="{FDA699B6-FCCC-4770-A095-3F7700B98543}">
      <dgm:prSet/>
      <dgm:spPr/>
      <dgm:t>
        <a:bodyPr/>
        <a:lstStyle/>
        <a:p>
          <a:r>
            <a:rPr lang="es-MX"/>
            <a:t>Go, Ruby, Rust, etc</a:t>
          </a:r>
          <a:endParaRPr lang="en-US"/>
        </a:p>
      </dgm:t>
    </dgm:pt>
    <dgm:pt modelId="{6BA3E89E-7E2E-4A6E-B96A-C8532E851292}" type="parTrans" cxnId="{FBE0DDFC-2AD1-4446-A677-E4E53079A837}">
      <dgm:prSet/>
      <dgm:spPr/>
      <dgm:t>
        <a:bodyPr/>
        <a:lstStyle/>
        <a:p>
          <a:endParaRPr lang="en-US"/>
        </a:p>
      </dgm:t>
    </dgm:pt>
    <dgm:pt modelId="{9930E388-A11A-4DBE-9ED5-B6370CA95406}" type="sibTrans" cxnId="{FBE0DDFC-2AD1-4446-A677-E4E53079A837}">
      <dgm:prSet/>
      <dgm:spPr/>
      <dgm:t>
        <a:bodyPr/>
        <a:lstStyle/>
        <a:p>
          <a:endParaRPr lang="en-US"/>
        </a:p>
      </dgm:t>
    </dgm:pt>
    <dgm:pt modelId="{F9A01CBA-9715-4B7A-801B-A7902480B31D}" type="pres">
      <dgm:prSet presAssocID="{D2280743-2705-4FDC-A7C0-023BE9809D16}" presName="Name0" presStyleCnt="0">
        <dgm:presLayoutVars>
          <dgm:dir/>
          <dgm:animLvl val="lvl"/>
          <dgm:resizeHandles val="exact"/>
        </dgm:presLayoutVars>
      </dgm:prSet>
      <dgm:spPr/>
    </dgm:pt>
    <dgm:pt modelId="{72360E5C-A4E9-4C09-9E1E-12541C7F51C1}" type="pres">
      <dgm:prSet presAssocID="{106CC800-570C-4446-837A-2AF3019CB1B8}" presName="linNode" presStyleCnt="0"/>
      <dgm:spPr/>
    </dgm:pt>
    <dgm:pt modelId="{70F14D33-3DB6-4F57-93BD-263C68C59F39}" type="pres">
      <dgm:prSet presAssocID="{106CC800-570C-4446-837A-2AF3019CB1B8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A2E80366-4F71-4543-96E7-6FA1CE77554A}" type="pres">
      <dgm:prSet presAssocID="{8703B7B0-5EFD-47C3-93A0-42405DFE8120}" presName="sp" presStyleCnt="0"/>
      <dgm:spPr/>
    </dgm:pt>
    <dgm:pt modelId="{31DD7B4E-7661-4A01-843D-F8D4507E6B26}" type="pres">
      <dgm:prSet presAssocID="{E2AAEE01-456F-463A-AB72-72F6E80791E7}" presName="linNode" presStyleCnt="0"/>
      <dgm:spPr/>
    </dgm:pt>
    <dgm:pt modelId="{4D896A85-4CD0-4186-A8BB-957760275B5E}" type="pres">
      <dgm:prSet presAssocID="{E2AAEE01-456F-463A-AB72-72F6E80791E7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D2CD7442-1381-4A05-B2EF-971CDDABFCB6}" type="pres">
      <dgm:prSet presAssocID="{2AFEDA4B-DBE3-44BB-B697-33B3F29A5C8A}" presName="sp" presStyleCnt="0"/>
      <dgm:spPr/>
    </dgm:pt>
    <dgm:pt modelId="{3933E642-7D16-4D60-909D-81953E20ADF2}" type="pres">
      <dgm:prSet presAssocID="{7C8CA610-2143-4AB7-B3FB-67BF37475CC7}" presName="linNode" presStyleCnt="0"/>
      <dgm:spPr/>
    </dgm:pt>
    <dgm:pt modelId="{2915796F-3797-4960-943E-BACC7F78C603}" type="pres">
      <dgm:prSet presAssocID="{7C8CA610-2143-4AB7-B3FB-67BF37475CC7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F6EAFEEA-449B-4B8E-9D1A-C24298E59603}" type="pres">
      <dgm:prSet presAssocID="{FB191795-0C6A-4A1D-A1B1-F5CF9F87DDFC}" presName="sp" presStyleCnt="0"/>
      <dgm:spPr/>
    </dgm:pt>
    <dgm:pt modelId="{FEC465F2-8048-491B-892E-399F7D36BD98}" type="pres">
      <dgm:prSet presAssocID="{B08DC68F-3F3E-4A42-AD7F-EE23BA18409D}" presName="linNode" presStyleCnt="0"/>
      <dgm:spPr/>
    </dgm:pt>
    <dgm:pt modelId="{A2A07E9C-6723-4272-B9AA-48C121C6F441}" type="pres">
      <dgm:prSet presAssocID="{B08DC68F-3F3E-4A42-AD7F-EE23BA18409D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6C759895-0FB4-404E-9887-3798EE1320B5}" type="pres">
      <dgm:prSet presAssocID="{8B741088-352E-451B-AA02-0B20602362DE}" presName="sp" presStyleCnt="0"/>
      <dgm:spPr/>
    </dgm:pt>
    <dgm:pt modelId="{11816392-9B85-4B4E-AA42-D48DB74D6854}" type="pres">
      <dgm:prSet presAssocID="{2A59E6D3-B125-45DE-9925-03D0303114BA}" presName="linNode" presStyleCnt="0"/>
      <dgm:spPr/>
    </dgm:pt>
    <dgm:pt modelId="{C5B4B088-E17E-44DB-B5E6-F67EAA9FD527}" type="pres">
      <dgm:prSet presAssocID="{2A59E6D3-B125-45DE-9925-03D0303114BA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1A2D85A6-D3CA-4681-9CA9-C9399AB11626}" type="pres">
      <dgm:prSet presAssocID="{531FB7F9-F7E3-44FD-9414-DAF053896869}" presName="sp" presStyleCnt="0"/>
      <dgm:spPr/>
    </dgm:pt>
    <dgm:pt modelId="{DFA47811-BBEA-424B-B5D9-095A3A5F4DEF}" type="pres">
      <dgm:prSet presAssocID="{FDA699B6-FCCC-4770-A095-3F7700B98543}" presName="linNode" presStyleCnt="0"/>
      <dgm:spPr/>
    </dgm:pt>
    <dgm:pt modelId="{8E7DFB2C-FC33-4377-BA1E-119BF05A59B8}" type="pres">
      <dgm:prSet presAssocID="{FDA699B6-FCCC-4770-A095-3F7700B98543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6B116733-A936-4317-9DAA-B2A9DD7337BA}" type="presOf" srcId="{7C8CA610-2143-4AB7-B3FB-67BF37475CC7}" destId="{2915796F-3797-4960-943E-BACC7F78C603}" srcOrd="0" destOrd="0" presId="urn:microsoft.com/office/officeart/2005/8/layout/vList5"/>
    <dgm:cxn modelId="{AAD6B864-2A30-44AE-8562-4EA99004D2B8}" type="presOf" srcId="{FDA699B6-FCCC-4770-A095-3F7700B98543}" destId="{8E7DFB2C-FC33-4377-BA1E-119BF05A59B8}" srcOrd="0" destOrd="0" presId="urn:microsoft.com/office/officeart/2005/8/layout/vList5"/>
    <dgm:cxn modelId="{09F71146-5419-4932-9D63-E4A778387A0F}" type="presOf" srcId="{B08DC68F-3F3E-4A42-AD7F-EE23BA18409D}" destId="{A2A07E9C-6723-4272-B9AA-48C121C6F441}" srcOrd="0" destOrd="0" presId="urn:microsoft.com/office/officeart/2005/8/layout/vList5"/>
    <dgm:cxn modelId="{58E3AE4C-90F3-4CCB-BC7F-EFED7F5C6F20}" srcId="{D2280743-2705-4FDC-A7C0-023BE9809D16}" destId="{B08DC68F-3F3E-4A42-AD7F-EE23BA18409D}" srcOrd="3" destOrd="0" parTransId="{F326756C-482F-466D-8344-64EB43ABF59E}" sibTransId="{8B741088-352E-451B-AA02-0B20602362DE}"/>
    <dgm:cxn modelId="{4E45FC55-F5F3-4F9C-BC2D-8FA11B0BC20F}" type="presOf" srcId="{E2AAEE01-456F-463A-AB72-72F6E80791E7}" destId="{4D896A85-4CD0-4186-A8BB-957760275B5E}" srcOrd="0" destOrd="0" presId="urn:microsoft.com/office/officeart/2005/8/layout/vList5"/>
    <dgm:cxn modelId="{707FD87F-83E3-484A-8D87-85A831271778}" type="presOf" srcId="{2A59E6D3-B125-45DE-9925-03D0303114BA}" destId="{C5B4B088-E17E-44DB-B5E6-F67EAA9FD527}" srcOrd="0" destOrd="0" presId="urn:microsoft.com/office/officeart/2005/8/layout/vList5"/>
    <dgm:cxn modelId="{28A8F7A5-5B83-47A6-A2C7-59EFA48C3CC1}" type="presOf" srcId="{D2280743-2705-4FDC-A7C0-023BE9809D16}" destId="{F9A01CBA-9715-4B7A-801B-A7902480B31D}" srcOrd="0" destOrd="0" presId="urn:microsoft.com/office/officeart/2005/8/layout/vList5"/>
    <dgm:cxn modelId="{0B0D1ACB-FFA0-4B72-AF69-A9B0DC2461CD}" srcId="{D2280743-2705-4FDC-A7C0-023BE9809D16}" destId="{106CC800-570C-4446-837A-2AF3019CB1B8}" srcOrd="0" destOrd="0" parTransId="{CECA5F7D-2851-4990-9531-ECFA6429E5AB}" sibTransId="{8703B7B0-5EFD-47C3-93A0-42405DFE8120}"/>
    <dgm:cxn modelId="{F00C3FDB-D502-4845-ABDC-F90E4052EAD9}" srcId="{D2280743-2705-4FDC-A7C0-023BE9809D16}" destId="{7C8CA610-2143-4AB7-B3FB-67BF37475CC7}" srcOrd="2" destOrd="0" parTransId="{765AE6D9-BDB1-4B3A-BBF4-06DC31FEBDCD}" sibTransId="{FB191795-0C6A-4A1D-A1B1-F5CF9F87DDFC}"/>
    <dgm:cxn modelId="{D08567ED-581F-4087-89FA-5BE8D64A9113}" srcId="{D2280743-2705-4FDC-A7C0-023BE9809D16}" destId="{2A59E6D3-B125-45DE-9925-03D0303114BA}" srcOrd="4" destOrd="0" parTransId="{0148DA7C-B8AB-4CEA-8BAC-CBCFBB059E3F}" sibTransId="{531FB7F9-F7E3-44FD-9414-DAF053896869}"/>
    <dgm:cxn modelId="{155E1DF6-24D8-43AC-85D1-8955BC87E133}" type="presOf" srcId="{106CC800-570C-4446-837A-2AF3019CB1B8}" destId="{70F14D33-3DB6-4F57-93BD-263C68C59F39}" srcOrd="0" destOrd="0" presId="urn:microsoft.com/office/officeart/2005/8/layout/vList5"/>
    <dgm:cxn modelId="{D6A0B5FA-EDB9-4DB3-BA00-27B2FCCC806E}" srcId="{D2280743-2705-4FDC-A7C0-023BE9809D16}" destId="{E2AAEE01-456F-463A-AB72-72F6E80791E7}" srcOrd="1" destOrd="0" parTransId="{0002ABBD-61B6-4544-B0ED-A88A134A5602}" sibTransId="{2AFEDA4B-DBE3-44BB-B697-33B3F29A5C8A}"/>
    <dgm:cxn modelId="{FBE0DDFC-2AD1-4446-A677-E4E53079A837}" srcId="{D2280743-2705-4FDC-A7C0-023BE9809D16}" destId="{FDA699B6-FCCC-4770-A095-3F7700B98543}" srcOrd="5" destOrd="0" parTransId="{6BA3E89E-7E2E-4A6E-B96A-C8532E851292}" sibTransId="{9930E388-A11A-4DBE-9ED5-B6370CA95406}"/>
    <dgm:cxn modelId="{8C8C4BE8-797B-4DB6-8D8B-B68531A7EAC0}" type="presParOf" srcId="{F9A01CBA-9715-4B7A-801B-A7902480B31D}" destId="{72360E5C-A4E9-4C09-9E1E-12541C7F51C1}" srcOrd="0" destOrd="0" presId="urn:microsoft.com/office/officeart/2005/8/layout/vList5"/>
    <dgm:cxn modelId="{400B5AC4-28E5-4E38-86F6-557A043554BD}" type="presParOf" srcId="{72360E5C-A4E9-4C09-9E1E-12541C7F51C1}" destId="{70F14D33-3DB6-4F57-93BD-263C68C59F39}" srcOrd="0" destOrd="0" presId="urn:microsoft.com/office/officeart/2005/8/layout/vList5"/>
    <dgm:cxn modelId="{B3819DA1-7BE2-44EF-89F5-66BCF0C7AEE0}" type="presParOf" srcId="{F9A01CBA-9715-4B7A-801B-A7902480B31D}" destId="{A2E80366-4F71-4543-96E7-6FA1CE77554A}" srcOrd="1" destOrd="0" presId="urn:microsoft.com/office/officeart/2005/8/layout/vList5"/>
    <dgm:cxn modelId="{C946C9A6-1904-4DE6-9051-C9A1CD287B33}" type="presParOf" srcId="{F9A01CBA-9715-4B7A-801B-A7902480B31D}" destId="{31DD7B4E-7661-4A01-843D-F8D4507E6B26}" srcOrd="2" destOrd="0" presId="urn:microsoft.com/office/officeart/2005/8/layout/vList5"/>
    <dgm:cxn modelId="{B657D8C4-70F3-4367-8B74-F509C626924F}" type="presParOf" srcId="{31DD7B4E-7661-4A01-843D-F8D4507E6B26}" destId="{4D896A85-4CD0-4186-A8BB-957760275B5E}" srcOrd="0" destOrd="0" presId="urn:microsoft.com/office/officeart/2005/8/layout/vList5"/>
    <dgm:cxn modelId="{CA910F4E-34D4-42F8-B98B-254F525E2556}" type="presParOf" srcId="{F9A01CBA-9715-4B7A-801B-A7902480B31D}" destId="{D2CD7442-1381-4A05-B2EF-971CDDABFCB6}" srcOrd="3" destOrd="0" presId="urn:microsoft.com/office/officeart/2005/8/layout/vList5"/>
    <dgm:cxn modelId="{C9D9F342-2941-4E22-98FF-E82D34DB1AE6}" type="presParOf" srcId="{F9A01CBA-9715-4B7A-801B-A7902480B31D}" destId="{3933E642-7D16-4D60-909D-81953E20ADF2}" srcOrd="4" destOrd="0" presId="urn:microsoft.com/office/officeart/2005/8/layout/vList5"/>
    <dgm:cxn modelId="{7A703643-BC5F-4F3D-B01E-A51308AE9A83}" type="presParOf" srcId="{3933E642-7D16-4D60-909D-81953E20ADF2}" destId="{2915796F-3797-4960-943E-BACC7F78C603}" srcOrd="0" destOrd="0" presId="urn:microsoft.com/office/officeart/2005/8/layout/vList5"/>
    <dgm:cxn modelId="{3B068706-8F2C-4CED-BCC2-ED2053D60213}" type="presParOf" srcId="{F9A01CBA-9715-4B7A-801B-A7902480B31D}" destId="{F6EAFEEA-449B-4B8E-9D1A-C24298E59603}" srcOrd="5" destOrd="0" presId="urn:microsoft.com/office/officeart/2005/8/layout/vList5"/>
    <dgm:cxn modelId="{AA4BF3C1-4DD3-4899-B498-250FD1007C25}" type="presParOf" srcId="{F9A01CBA-9715-4B7A-801B-A7902480B31D}" destId="{FEC465F2-8048-491B-892E-399F7D36BD98}" srcOrd="6" destOrd="0" presId="urn:microsoft.com/office/officeart/2005/8/layout/vList5"/>
    <dgm:cxn modelId="{C3F3F609-37DE-4888-AC41-9BAC22360BB2}" type="presParOf" srcId="{FEC465F2-8048-491B-892E-399F7D36BD98}" destId="{A2A07E9C-6723-4272-B9AA-48C121C6F441}" srcOrd="0" destOrd="0" presId="urn:microsoft.com/office/officeart/2005/8/layout/vList5"/>
    <dgm:cxn modelId="{4CE33FBB-0394-4ADC-A1DC-355F565DA846}" type="presParOf" srcId="{F9A01CBA-9715-4B7A-801B-A7902480B31D}" destId="{6C759895-0FB4-404E-9887-3798EE1320B5}" srcOrd="7" destOrd="0" presId="urn:microsoft.com/office/officeart/2005/8/layout/vList5"/>
    <dgm:cxn modelId="{A9092B38-7225-4133-AAE2-22112874595A}" type="presParOf" srcId="{F9A01CBA-9715-4B7A-801B-A7902480B31D}" destId="{11816392-9B85-4B4E-AA42-D48DB74D6854}" srcOrd="8" destOrd="0" presId="urn:microsoft.com/office/officeart/2005/8/layout/vList5"/>
    <dgm:cxn modelId="{18A153B1-3157-4A9B-B0E0-85DD63FFF1DC}" type="presParOf" srcId="{11816392-9B85-4B4E-AA42-D48DB74D6854}" destId="{C5B4B088-E17E-44DB-B5E6-F67EAA9FD527}" srcOrd="0" destOrd="0" presId="urn:microsoft.com/office/officeart/2005/8/layout/vList5"/>
    <dgm:cxn modelId="{42A23FF8-CB75-4FD3-9AB6-6F2A071CB9C5}" type="presParOf" srcId="{F9A01CBA-9715-4B7A-801B-A7902480B31D}" destId="{1A2D85A6-D3CA-4681-9CA9-C9399AB11626}" srcOrd="9" destOrd="0" presId="urn:microsoft.com/office/officeart/2005/8/layout/vList5"/>
    <dgm:cxn modelId="{0713E18D-645D-4567-86E9-A0FCE3255586}" type="presParOf" srcId="{F9A01CBA-9715-4B7A-801B-A7902480B31D}" destId="{DFA47811-BBEA-424B-B5D9-095A3A5F4DEF}" srcOrd="10" destOrd="0" presId="urn:microsoft.com/office/officeart/2005/8/layout/vList5"/>
    <dgm:cxn modelId="{F7EDE534-5887-419F-BB2A-B3D76F2A63F1}" type="presParOf" srcId="{DFA47811-BBEA-424B-B5D9-095A3A5F4DEF}" destId="{8E7DFB2C-FC33-4377-BA1E-119BF05A59B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BF4084-94A5-4B88-8F96-FFEC28BA12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649A02-1EB9-4D42-B498-C7AA90C2CF08}">
      <dgm:prSet/>
      <dgm:spPr/>
      <dgm:t>
        <a:bodyPr/>
        <a:lstStyle/>
        <a:p>
          <a:r>
            <a:rPr lang="es-MX" dirty="0"/>
            <a:t>REST (</a:t>
          </a:r>
          <a:r>
            <a:rPr lang="es-MX" dirty="0" err="1"/>
            <a:t>Representational</a:t>
          </a:r>
          <a:r>
            <a:rPr lang="es-MX" dirty="0"/>
            <a:t> </a:t>
          </a:r>
          <a:r>
            <a:rPr lang="es-MX" dirty="0" err="1"/>
            <a:t>State</a:t>
          </a:r>
          <a:r>
            <a:rPr lang="es-MX" dirty="0"/>
            <a:t> Transfer): Es un estilo arquitectónico para desarrollar APIs, utiliza HTTP como protocolo principal, trabaja con recursos representados por </a:t>
          </a:r>
          <a:r>
            <a:rPr lang="es-MX" dirty="0" err="1"/>
            <a:t>URLs</a:t>
          </a:r>
          <a:r>
            <a:rPr lang="es-MX" dirty="0"/>
            <a:t>. Este es ligero, rápido y escalable. Es el más usado en aplicaciones modernas.</a:t>
          </a:r>
          <a:endParaRPr lang="en-US" dirty="0"/>
        </a:p>
      </dgm:t>
    </dgm:pt>
    <dgm:pt modelId="{EBE22E8F-DB03-46CC-8F26-F9864024ABDB}" type="parTrans" cxnId="{E79C488E-1645-4B69-9290-84D3BCC4EA12}">
      <dgm:prSet/>
      <dgm:spPr/>
      <dgm:t>
        <a:bodyPr/>
        <a:lstStyle/>
        <a:p>
          <a:endParaRPr lang="en-US"/>
        </a:p>
      </dgm:t>
    </dgm:pt>
    <dgm:pt modelId="{384A495D-464B-412D-920B-966B483E7A80}" type="sibTrans" cxnId="{E79C488E-1645-4B69-9290-84D3BCC4EA12}">
      <dgm:prSet/>
      <dgm:spPr/>
      <dgm:t>
        <a:bodyPr/>
        <a:lstStyle/>
        <a:p>
          <a:endParaRPr lang="en-US"/>
        </a:p>
      </dgm:t>
    </dgm:pt>
    <dgm:pt modelId="{5E5B5762-9355-486E-B2EF-3FA31FDBB03D}">
      <dgm:prSet/>
      <dgm:spPr/>
      <dgm:t>
        <a:bodyPr/>
        <a:lstStyle/>
        <a:p>
          <a:r>
            <a:rPr lang="es-MX"/>
            <a:t>SOAP (Simple Object Access Protocol): Es un protocolo basado en mensajes, usa XML para la transferencia de datos (lo que lo vuelve más pesado y complejo), aunque posee una mayor seguridad y estandarización en el intercambio de información, suele usarse en sectores críticos como los de finanzas.</a:t>
          </a:r>
          <a:endParaRPr lang="en-US"/>
        </a:p>
      </dgm:t>
    </dgm:pt>
    <dgm:pt modelId="{D8524DD8-8C6E-4313-BE2B-3D9C535A3540}" type="parTrans" cxnId="{2094A322-A02F-4029-B2D8-EE5A415390EB}">
      <dgm:prSet/>
      <dgm:spPr/>
      <dgm:t>
        <a:bodyPr/>
        <a:lstStyle/>
        <a:p>
          <a:endParaRPr lang="en-US"/>
        </a:p>
      </dgm:t>
    </dgm:pt>
    <dgm:pt modelId="{D6F7D4CB-5ADC-483C-B7FD-647881FEF6AF}" type="sibTrans" cxnId="{2094A322-A02F-4029-B2D8-EE5A415390EB}">
      <dgm:prSet/>
      <dgm:spPr/>
      <dgm:t>
        <a:bodyPr/>
        <a:lstStyle/>
        <a:p>
          <a:endParaRPr lang="en-US"/>
        </a:p>
      </dgm:t>
    </dgm:pt>
    <dgm:pt modelId="{04A0A0EA-A766-4AC8-87D5-733971D06CA3}">
      <dgm:prSet/>
      <dgm:spPr/>
      <dgm:t>
        <a:bodyPr/>
        <a:lstStyle/>
        <a:p>
          <a:r>
            <a:rPr lang="es-MX" dirty="0" err="1"/>
            <a:t>GraphQL</a:t>
          </a:r>
          <a:r>
            <a:rPr lang="es-MX" dirty="0"/>
            <a:t>: Es un lenguaje de consulta para APIs, se ejecuta sobre HTTP y permite a los clientes solicitar exactamente los datos que necesitan, evitando la sobrecarga de datos.</a:t>
          </a:r>
          <a:endParaRPr lang="en-US" dirty="0"/>
        </a:p>
      </dgm:t>
    </dgm:pt>
    <dgm:pt modelId="{4903F6A1-0B98-476B-B55A-CD91DCC34F4A}" type="parTrans" cxnId="{35619B70-DB27-4479-8110-FD05B2DA4F03}">
      <dgm:prSet/>
      <dgm:spPr/>
      <dgm:t>
        <a:bodyPr/>
        <a:lstStyle/>
        <a:p>
          <a:endParaRPr lang="en-US"/>
        </a:p>
      </dgm:t>
    </dgm:pt>
    <dgm:pt modelId="{2252B658-6B0B-43F1-87BC-B7D6A0B486EB}" type="sibTrans" cxnId="{35619B70-DB27-4479-8110-FD05B2DA4F03}">
      <dgm:prSet/>
      <dgm:spPr/>
      <dgm:t>
        <a:bodyPr/>
        <a:lstStyle/>
        <a:p>
          <a:endParaRPr lang="en-US"/>
        </a:p>
      </dgm:t>
    </dgm:pt>
    <dgm:pt modelId="{80BAD9E1-A5E1-4B2D-9D0A-C76A1F5F5AF7}">
      <dgm:prSet/>
      <dgm:spPr/>
      <dgm:t>
        <a:bodyPr/>
        <a:lstStyle/>
        <a:p>
          <a:r>
            <a:rPr lang="es-MX" dirty="0" err="1"/>
            <a:t>WebSockets</a:t>
          </a:r>
          <a:r>
            <a:rPr lang="es-MX" dirty="0"/>
            <a:t> y SSE (Server-</a:t>
          </a:r>
          <a:r>
            <a:rPr lang="es-MX" dirty="0" err="1"/>
            <a:t>Sent</a:t>
          </a:r>
          <a:r>
            <a:rPr lang="es-MX" dirty="0"/>
            <a:t> </a:t>
          </a:r>
          <a:r>
            <a:rPr lang="es-MX" dirty="0" err="1"/>
            <a:t>Events</a:t>
          </a:r>
          <a:r>
            <a:rPr lang="es-MX" dirty="0"/>
            <a:t>): Es un protocolo para una comunicación bidireccional y en tiempo real, este permite al servidor enviar datos al cliente sin que este los solicite, ideal para aplicaciones que requieran actualizaciones constantes.</a:t>
          </a:r>
          <a:endParaRPr lang="en-US" dirty="0"/>
        </a:p>
      </dgm:t>
    </dgm:pt>
    <dgm:pt modelId="{0D5BEA78-9869-4CF4-8A99-6970285E4665}" type="parTrans" cxnId="{D32DBACC-B2B1-43CA-B47C-60CD18F2AD3D}">
      <dgm:prSet/>
      <dgm:spPr/>
      <dgm:t>
        <a:bodyPr/>
        <a:lstStyle/>
        <a:p>
          <a:endParaRPr lang="en-US"/>
        </a:p>
      </dgm:t>
    </dgm:pt>
    <dgm:pt modelId="{773268CC-4870-418D-BBFA-ECE6E7EE5385}" type="sibTrans" cxnId="{D32DBACC-B2B1-43CA-B47C-60CD18F2AD3D}">
      <dgm:prSet/>
      <dgm:spPr/>
      <dgm:t>
        <a:bodyPr/>
        <a:lstStyle/>
        <a:p>
          <a:endParaRPr lang="en-US"/>
        </a:p>
      </dgm:t>
    </dgm:pt>
    <dgm:pt modelId="{87E48918-85D9-4180-9100-7FD6DAAA0910}" type="pres">
      <dgm:prSet presAssocID="{39BF4084-94A5-4B88-8F96-FFEC28BA1214}" presName="root" presStyleCnt="0">
        <dgm:presLayoutVars>
          <dgm:dir/>
          <dgm:resizeHandles val="exact"/>
        </dgm:presLayoutVars>
      </dgm:prSet>
      <dgm:spPr/>
    </dgm:pt>
    <dgm:pt modelId="{17A3A5B0-8049-4B6E-BC56-6B37D3B3A723}" type="pres">
      <dgm:prSet presAssocID="{06649A02-1EB9-4D42-B498-C7AA90C2CF08}" presName="compNode" presStyleCnt="0"/>
      <dgm:spPr/>
    </dgm:pt>
    <dgm:pt modelId="{2A7BCDEC-C722-4E8D-BE51-65C4ED3FD7EB}" type="pres">
      <dgm:prSet presAssocID="{06649A02-1EB9-4D42-B498-C7AA90C2CF08}" presName="bgRect" presStyleLbl="bgShp" presStyleIdx="0" presStyleCnt="4"/>
      <dgm:spPr/>
    </dgm:pt>
    <dgm:pt modelId="{1E19AF90-4477-4E0D-90B6-2AD102C2E3EC}" type="pres">
      <dgm:prSet presAssocID="{06649A02-1EB9-4D42-B498-C7AA90C2CF0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2B21CE85-6EE9-4E77-9320-E30A80C7FFCE}" type="pres">
      <dgm:prSet presAssocID="{06649A02-1EB9-4D42-B498-C7AA90C2CF08}" presName="spaceRect" presStyleCnt="0"/>
      <dgm:spPr/>
    </dgm:pt>
    <dgm:pt modelId="{06792E18-1CD2-4421-B293-2EE3DA28961E}" type="pres">
      <dgm:prSet presAssocID="{06649A02-1EB9-4D42-B498-C7AA90C2CF08}" presName="parTx" presStyleLbl="revTx" presStyleIdx="0" presStyleCnt="4">
        <dgm:presLayoutVars>
          <dgm:chMax val="0"/>
          <dgm:chPref val="0"/>
        </dgm:presLayoutVars>
      </dgm:prSet>
      <dgm:spPr/>
    </dgm:pt>
    <dgm:pt modelId="{030906CB-3E8D-478E-BC19-6F12642ACCFF}" type="pres">
      <dgm:prSet presAssocID="{384A495D-464B-412D-920B-966B483E7A80}" presName="sibTrans" presStyleCnt="0"/>
      <dgm:spPr/>
    </dgm:pt>
    <dgm:pt modelId="{FDD176D4-FAA0-4861-A91D-E1640F2FD6EC}" type="pres">
      <dgm:prSet presAssocID="{5E5B5762-9355-486E-B2EF-3FA31FDBB03D}" presName="compNode" presStyleCnt="0"/>
      <dgm:spPr/>
    </dgm:pt>
    <dgm:pt modelId="{7A7E119E-1FC0-4B89-852B-24F8F1D59BF9}" type="pres">
      <dgm:prSet presAssocID="{5E5B5762-9355-486E-B2EF-3FA31FDBB03D}" presName="bgRect" presStyleLbl="bgShp" presStyleIdx="1" presStyleCnt="4"/>
      <dgm:spPr/>
    </dgm:pt>
    <dgm:pt modelId="{6F5F7178-1AF1-4716-8C8D-0E19BF3820CB}" type="pres">
      <dgm:prSet presAssocID="{5E5B5762-9355-486E-B2EF-3FA31FDBB0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1B052253-F49C-4E1F-B4CE-40A656DA333B}" type="pres">
      <dgm:prSet presAssocID="{5E5B5762-9355-486E-B2EF-3FA31FDBB03D}" presName="spaceRect" presStyleCnt="0"/>
      <dgm:spPr/>
    </dgm:pt>
    <dgm:pt modelId="{662A6125-78C8-48A9-809C-54B03B18FA73}" type="pres">
      <dgm:prSet presAssocID="{5E5B5762-9355-486E-B2EF-3FA31FDBB03D}" presName="parTx" presStyleLbl="revTx" presStyleIdx="1" presStyleCnt="4">
        <dgm:presLayoutVars>
          <dgm:chMax val="0"/>
          <dgm:chPref val="0"/>
        </dgm:presLayoutVars>
      </dgm:prSet>
      <dgm:spPr/>
    </dgm:pt>
    <dgm:pt modelId="{D8A5348B-4133-4133-97A5-3E08CAD595F3}" type="pres">
      <dgm:prSet presAssocID="{D6F7D4CB-5ADC-483C-B7FD-647881FEF6AF}" presName="sibTrans" presStyleCnt="0"/>
      <dgm:spPr/>
    </dgm:pt>
    <dgm:pt modelId="{4B1DFFCF-CD53-4915-97DF-567BEF471A2C}" type="pres">
      <dgm:prSet presAssocID="{04A0A0EA-A766-4AC8-87D5-733971D06CA3}" presName="compNode" presStyleCnt="0"/>
      <dgm:spPr/>
    </dgm:pt>
    <dgm:pt modelId="{FC109399-DA8A-4EB5-9E53-34220465542D}" type="pres">
      <dgm:prSet presAssocID="{04A0A0EA-A766-4AC8-87D5-733971D06CA3}" presName="bgRect" presStyleLbl="bgShp" presStyleIdx="2" presStyleCnt="4"/>
      <dgm:spPr/>
    </dgm:pt>
    <dgm:pt modelId="{87DBB343-2994-4FD0-AB9B-FA9C725579B5}" type="pres">
      <dgm:prSet presAssocID="{04A0A0EA-A766-4AC8-87D5-733971D06C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C5632CE-26BC-462A-88A0-F99D86D49F49}" type="pres">
      <dgm:prSet presAssocID="{04A0A0EA-A766-4AC8-87D5-733971D06CA3}" presName="spaceRect" presStyleCnt="0"/>
      <dgm:spPr/>
    </dgm:pt>
    <dgm:pt modelId="{A36203DE-BEF7-4308-A33F-9EF01ECC5EB4}" type="pres">
      <dgm:prSet presAssocID="{04A0A0EA-A766-4AC8-87D5-733971D06CA3}" presName="parTx" presStyleLbl="revTx" presStyleIdx="2" presStyleCnt="4">
        <dgm:presLayoutVars>
          <dgm:chMax val="0"/>
          <dgm:chPref val="0"/>
        </dgm:presLayoutVars>
      </dgm:prSet>
      <dgm:spPr/>
    </dgm:pt>
    <dgm:pt modelId="{89F85F9E-1312-4D44-A4D5-1A0C72CA387D}" type="pres">
      <dgm:prSet presAssocID="{2252B658-6B0B-43F1-87BC-B7D6A0B486EB}" presName="sibTrans" presStyleCnt="0"/>
      <dgm:spPr/>
    </dgm:pt>
    <dgm:pt modelId="{784F4CEC-8EE1-4F02-844A-53DEA9C7F95D}" type="pres">
      <dgm:prSet presAssocID="{80BAD9E1-A5E1-4B2D-9D0A-C76A1F5F5AF7}" presName="compNode" presStyleCnt="0"/>
      <dgm:spPr/>
    </dgm:pt>
    <dgm:pt modelId="{C4469391-A1B4-47C2-BC6C-FFA2870BEE8C}" type="pres">
      <dgm:prSet presAssocID="{80BAD9E1-A5E1-4B2D-9D0A-C76A1F5F5AF7}" presName="bgRect" presStyleLbl="bgShp" presStyleIdx="3" presStyleCnt="4"/>
      <dgm:spPr/>
    </dgm:pt>
    <dgm:pt modelId="{38FF4216-BD35-416C-8885-0690CB543FEC}" type="pres">
      <dgm:prSet presAssocID="{80BAD9E1-A5E1-4B2D-9D0A-C76A1F5F5A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7ED2977A-078B-4209-BA8C-EC95AA069509}" type="pres">
      <dgm:prSet presAssocID="{80BAD9E1-A5E1-4B2D-9D0A-C76A1F5F5AF7}" presName="spaceRect" presStyleCnt="0"/>
      <dgm:spPr/>
    </dgm:pt>
    <dgm:pt modelId="{1A90946D-2F4F-4A6C-B302-373196B2DDDE}" type="pres">
      <dgm:prSet presAssocID="{80BAD9E1-A5E1-4B2D-9D0A-C76A1F5F5A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094A322-A02F-4029-B2D8-EE5A415390EB}" srcId="{39BF4084-94A5-4B88-8F96-FFEC28BA1214}" destId="{5E5B5762-9355-486E-B2EF-3FA31FDBB03D}" srcOrd="1" destOrd="0" parTransId="{D8524DD8-8C6E-4313-BE2B-3D9C535A3540}" sibTransId="{D6F7D4CB-5ADC-483C-B7FD-647881FEF6AF}"/>
    <dgm:cxn modelId="{06B60729-007D-4ED2-B199-B1F5BF1BB1F8}" type="presOf" srcId="{5E5B5762-9355-486E-B2EF-3FA31FDBB03D}" destId="{662A6125-78C8-48A9-809C-54B03B18FA73}" srcOrd="0" destOrd="0" presId="urn:microsoft.com/office/officeart/2018/2/layout/IconVerticalSolidList"/>
    <dgm:cxn modelId="{61D42B3A-BF73-43D6-9251-74D00DDFD33B}" type="presOf" srcId="{04A0A0EA-A766-4AC8-87D5-733971D06CA3}" destId="{A36203DE-BEF7-4308-A33F-9EF01ECC5EB4}" srcOrd="0" destOrd="0" presId="urn:microsoft.com/office/officeart/2018/2/layout/IconVerticalSolidList"/>
    <dgm:cxn modelId="{35619B70-DB27-4479-8110-FD05B2DA4F03}" srcId="{39BF4084-94A5-4B88-8F96-FFEC28BA1214}" destId="{04A0A0EA-A766-4AC8-87D5-733971D06CA3}" srcOrd="2" destOrd="0" parTransId="{4903F6A1-0B98-476B-B55A-CD91DCC34F4A}" sibTransId="{2252B658-6B0B-43F1-87BC-B7D6A0B486EB}"/>
    <dgm:cxn modelId="{48B1FA79-5C81-433F-8412-D802D5F86B51}" type="presOf" srcId="{39BF4084-94A5-4B88-8F96-FFEC28BA1214}" destId="{87E48918-85D9-4180-9100-7FD6DAAA0910}" srcOrd="0" destOrd="0" presId="urn:microsoft.com/office/officeart/2018/2/layout/IconVerticalSolidList"/>
    <dgm:cxn modelId="{0DB8C785-DE5E-4A40-8204-A743F5507BAF}" type="presOf" srcId="{80BAD9E1-A5E1-4B2D-9D0A-C76A1F5F5AF7}" destId="{1A90946D-2F4F-4A6C-B302-373196B2DDDE}" srcOrd="0" destOrd="0" presId="urn:microsoft.com/office/officeart/2018/2/layout/IconVerticalSolidList"/>
    <dgm:cxn modelId="{E79C488E-1645-4B69-9290-84D3BCC4EA12}" srcId="{39BF4084-94A5-4B88-8F96-FFEC28BA1214}" destId="{06649A02-1EB9-4D42-B498-C7AA90C2CF08}" srcOrd="0" destOrd="0" parTransId="{EBE22E8F-DB03-46CC-8F26-F9864024ABDB}" sibTransId="{384A495D-464B-412D-920B-966B483E7A80}"/>
    <dgm:cxn modelId="{D32DBACC-B2B1-43CA-B47C-60CD18F2AD3D}" srcId="{39BF4084-94A5-4B88-8F96-FFEC28BA1214}" destId="{80BAD9E1-A5E1-4B2D-9D0A-C76A1F5F5AF7}" srcOrd="3" destOrd="0" parTransId="{0D5BEA78-9869-4CF4-8A99-6970285E4665}" sibTransId="{773268CC-4870-418D-BBFA-ECE6E7EE5385}"/>
    <dgm:cxn modelId="{C8B6FBF8-CD3C-49E6-B9F7-7042F8D87499}" type="presOf" srcId="{06649A02-1EB9-4D42-B498-C7AA90C2CF08}" destId="{06792E18-1CD2-4421-B293-2EE3DA28961E}" srcOrd="0" destOrd="0" presId="urn:microsoft.com/office/officeart/2018/2/layout/IconVerticalSolidList"/>
    <dgm:cxn modelId="{57AB9FA2-288E-40DD-BA55-75F3174A6459}" type="presParOf" srcId="{87E48918-85D9-4180-9100-7FD6DAAA0910}" destId="{17A3A5B0-8049-4B6E-BC56-6B37D3B3A723}" srcOrd="0" destOrd="0" presId="urn:microsoft.com/office/officeart/2018/2/layout/IconVerticalSolidList"/>
    <dgm:cxn modelId="{B8DCFCB1-56A5-406C-8F1E-1AC57523549B}" type="presParOf" srcId="{17A3A5B0-8049-4B6E-BC56-6B37D3B3A723}" destId="{2A7BCDEC-C722-4E8D-BE51-65C4ED3FD7EB}" srcOrd="0" destOrd="0" presId="urn:microsoft.com/office/officeart/2018/2/layout/IconVerticalSolidList"/>
    <dgm:cxn modelId="{84AEB259-8177-4C95-A643-4A11F1AE4621}" type="presParOf" srcId="{17A3A5B0-8049-4B6E-BC56-6B37D3B3A723}" destId="{1E19AF90-4477-4E0D-90B6-2AD102C2E3EC}" srcOrd="1" destOrd="0" presId="urn:microsoft.com/office/officeart/2018/2/layout/IconVerticalSolidList"/>
    <dgm:cxn modelId="{A1B6141D-E007-4581-AE62-3714F012C657}" type="presParOf" srcId="{17A3A5B0-8049-4B6E-BC56-6B37D3B3A723}" destId="{2B21CE85-6EE9-4E77-9320-E30A80C7FFCE}" srcOrd="2" destOrd="0" presId="urn:microsoft.com/office/officeart/2018/2/layout/IconVerticalSolidList"/>
    <dgm:cxn modelId="{949CD3FD-EECC-4384-AD5E-3BADB9E1926B}" type="presParOf" srcId="{17A3A5B0-8049-4B6E-BC56-6B37D3B3A723}" destId="{06792E18-1CD2-4421-B293-2EE3DA28961E}" srcOrd="3" destOrd="0" presId="urn:microsoft.com/office/officeart/2018/2/layout/IconVerticalSolidList"/>
    <dgm:cxn modelId="{E5AAC410-9A7A-4D5F-A2C7-2C079EBC3E19}" type="presParOf" srcId="{87E48918-85D9-4180-9100-7FD6DAAA0910}" destId="{030906CB-3E8D-478E-BC19-6F12642ACCFF}" srcOrd="1" destOrd="0" presId="urn:microsoft.com/office/officeart/2018/2/layout/IconVerticalSolidList"/>
    <dgm:cxn modelId="{00BE51F5-A776-4D13-ADBB-B305DEFC6B40}" type="presParOf" srcId="{87E48918-85D9-4180-9100-7FD6DAAA0910}" destId="{FDD176D4-FAA0-4861-A91D-E1640F2FD6EC}" srcOrd="2" destOrd="0" presId="urn:microsoft.com/office/officeart/2018/2/layout/IconVerticalSolidList"/>
    <dgm:cxn modelId="{0324B173-F2A0-4EB1-BE76-53CECC7C6B3E}" type="presParOf" srcId="{FDD176D4-FAA0-4861-A91D-E1640F2FD6EC}" destId="{7A7E119E-1FC0-4B89-852B-24F8F1D59BF9}" srcOrd="0" destOrd="0" presId="urn:microsoft.com/office/officeart/2018/2/layout/IconVerticalSolidList"/>
    <dgm:cxn modelId="{77372EF3-5182-457E-BC3A-150FF8C6C091}" type="presParOf" srcId="{FDD176D4-FAA0-4861-A91D-E1640F2FD6EC}" destId="{6F5F7178-1AF1-4716-8C8D-0E19BF3820CB}" srcOrd="1" destOrd="0" presId="urn:microsoft.com/office/officeart/2018/2/layout/IconVerticalSolidList"/>
    <dgm:cxn modelId="{FD68DF33-D322-4510-BF8B-D81419B6FA75}" type="presParOf" srcId="{FDD176D4-FAA0-4861-A91D-E1640F2FD6EC}" destId="{1B052253-F49C-4E1F-B4CE-40A656DA333B}" srcOrd="2" destOrd="0" presId="urn:microsoft.com/office/officeart/2018/2/layout/IconVerticalSolidList"/>
    <dgm:cxn modelId="{2CF3FEA1-89AA-43A2-9825-592B88898B4E}" type="presParOf" srcId="{FDD176D4-FAA0-4861-A91D-E1640F2FD6EC}" destId="{662A6125-78C8-48A9-809C-54B03B18FA73}" srcOrd="3" destOrd="0" presId="urn:microsoft.com/office/officeart/2018/2/layout/IconVerticalSolidList"/>
    <dgm:cxn modelId="{1DD0AA36-73C5-445D-BD10-E75537B217B1}" type="presParOf" srcId="{87E48918-85D9-4180-9100-7FD6DAAA0910}" destId="{D8A5348B-4133-4133-97A5-3E08CAD595F3}" srcOrd="3" destOrd="0" presId="urn:microsoft.com/office/officeart/2018/2/layout/IconVerticalSolidList"/>
    <dgm:cxn modelId="{C4ABDCC8-E393-4C28-AD8A-8EC7800D3B53}" type="presParOf" srcId="{87E48918-85D9-4180-9100-7FD6DAAA0910}" destId="{4B1DFFCF-CD53-4915-97DF-567BEF471A2C}" srcOrd="4" destOrd="0" presId="urn:microsoft.com/office/officeart/2018/2/layout/IconVerticalSolidList"/>
    <dgm:cxn modelId="{94B62102-9C70-42B2-8C4A-B33805396F4B}" type="presParOf" srcId="{4B1DFFCF-CD53-4915-97DF-567BEF471A2C}" destId="{FC109399-DA8A-4EB5-9E53-34220465542D}" srcOrd="0" destOrd="0" presId="urn:microsoft.com/office/officeart/2018/2/layout/IconVerticalSolidList"/>
    <dgm:cxn modelId="{0BF51DDF-F164-4EB4-8B26-D212B5CA7009}" type="presParOf" srcId="{4B1DFFCF-CD53-4915-97DF-567BEF471A2C}" destId="{87DBB343-2994-4FD0-AB9B-FA9C725579B5}" srcOrd="1" destOrd="0" presId="urn:microsoft.com/office/officeart/2018/2/layout/IconVerticalSolidList"/>
    <dgm:cxn modelId="{7395F5DF-B0E4-490A-B1B8-03D841D5C21D}" type="presParOf" srcId="{4B1DFFCF-CD53-4915-97DF-567BEF471A2C}" destId="{8C5632CE-26BC-462A-88A0-F99D86D49F49}" srcOrd="2" destOrd="0" presId="urn:microsoft.com/office/officeart/2018/2/layout/IconVerticalSolidList"/>
    <dgm:cxn modelId="{CB623FB0-03B1-43C1-B3CB-0302900E8845}" type="presParOf" srcId="{4B1DFFCF-CD53-4915-97DF-567BEF471A2C}" destId="{A36203DE-BEF7-4308-A33F-9EF01ECC5EB4}" srcOrd="3" destOrd="0" presId="urn:microsoft.com/office/officeart/2018/2/layout/IconVerticalSolidList"/>
    <dgm:cxn modelId="{DA7980EE-8903-42C7-8F6F-622172C524DA}" type="presParOf" srcId="{87E48918-85D9-4180-9100-7FD6DAAA0910}" destId="{89F85F9E-1312-4D44-A4D5-1A0C72CA387D}" srcOrd="5" destOrd="0" presId="urn:microsoft.com/office/officeart/2018/2/layout/IconVerticalSolidList"/>
    <dgm:cxn modelId="{75173845-E4B6-4FF5-824E-C2FE07874174}" type="presParOf" srcId="{87E48918-85D9-4180-9100-7FD6DAAA0910}" destId="{784F4CEC-8EE1-4F02-844A-53DEA9C7F95D}" srcOrd="6" destOrd="0" presId="urn:microsoft.com/office/officeart/2018/2/layout/IconVerticalSolidList"/>
    <dgm:cxn modelId="{487D8122-6685-4836-B6E4-0A13AEFC0812}" type="presParOf" srcId="{784F4CEC-8EE1-4F02-844A-53DEA9C7F95D}" destId="{C4469391-A1B4-47C2-BC6C-FFA2870BEE8C}" srcOrd="0" destOrd="0" presId="urn:microsoft.com/office/officeart/2018/2/layout/IconVerticalSolidList"/>
    <dgm:cxn modelId="{7B757C09-AE15-4BFE-9756-853A9CF194CC}" type="presParOf" srcId="{784F4CEC-8EE1-4F02-844A-53DEA9C7F95D}" destId="{38FF4216-BD35-416C-8885-0690CB543FEC}" srcOrd="1" destOrd="0" presId="urn:microsoft.com/office/officeart/2018/2/layout/IconVerticalSolidList"/>
    <dgm:cxn modelId="{676AD946-5A98-47F7-B6D2-B6CA4531342F}" type="presParOf" srcId="{784F4CEC-8EE1-4F02-844A-53DEA9C7F95D}" destId="{7ED2977A-078B-4209-BA8C-EC95AA069509}" srcOrd="2" destOrd="0" presId="urn:microsoft.com/office/officeart/2018/2/layout/IconVerticalSolidList"/>
    <dgm:cxn modelId="{F6FC5F0A-FF24-4C17-853A-D286A8F13A0F}" type="presParOf" srcId="{784F4CEC-8EE1-4F02-844A-53DEA9C7F95D}" destId="{1A90946D-2F4F-4A6C-B302-373196B2DD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836BCA-D5BD-496B-8B0B-180F8843B2B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4E94845-A8BF-44FB-8B91-C10C398343E7}">
      <dgm:prSet/>
      <dgm:spPr/>
      <dgm:t>
        <a:bodyPr/>
        <a:lstStyle/>
        <a:p>
          <a:r>
            <a:rPr lang="es-MX"/>
            <a:t>GET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Obtiene datos (Solo lectura).</a:t>
          </a:r>
          <a:endParaRPr lang="en-US"/>
        </a:p>
      </dgm:t>
    </dgm:pt>
    <dgm:pt modelId="{C7296387-9345-476C-8FC8-847BE32AEDF4}" type="parTrans" cxnId="{3389B60A-5F85-4847-ADAD-31CAA46976B4}">
      <dgm:prSet/>
      <dgm:spPr/>
      <dgm:t>
        <a:bodyPr/>
        <a:lstStyle/>
        <a:p>
          <a:endParaRPr lang="en-US"/>
        </a:p>
      </dgm:t>
    </dgm:pt>
    <dgm:pt modelId="{D7D775C7-4564-461A-88B8-A9A4D18DA40D}" type="sibTrans" cxnId="{3389B60A-5F85-4847-ADAD-31CAA46976B4}">
      <dgm:prSet/>
      <dgm:spPr/>
      <dgm:t>
        <a:bodyPr/>
        <a:lstStyle/>
        <a:p>
          <a:endParaRPr lang="en-US"/>
        </a:p>
      </dgm:t>
    </dgm:pt>
    <dgm:pt modelId="{5A0C9125-AE6F-4433-83C2-9B0989698C23}">
      <dgm:prSet/>
      <dgm:spPr/>
      <dgm:t>
        <a:bodyPr/>
        <a:lstStyle/>
        <a:p>
          <a:r>
            <a:rPr lang="es-MX"/>
            <a:t>POST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Crea un nuevo recurso.</a:t>
          </a:r>
          <a:endParaRPr lang="en-US"/>
        </a:p>
      </dgm:t>
    </dgm:pt>
    <dgm:pt modelId="{B6153D8C-970E-4FEF-8F34-C8FA481F960D}" type="parTrans" cxnId="{674FC829-C06E-4CC4-9110-716398E86F03}">
      <dgm:prSet/>
      <dgm:spPr/>
      <dgm:t>
        <a:bodyPr/>
        <a:lstStyle/>
        <a:p>
          <a:endParaRPr lang="en-US"/>
        </a:p>
      </dgm:t>
    </dgm:pt>
    <dgm:pt modelId="{6ADC9519-F5BD-4CCC-84FF-4F711BAC4945}" type="sibTrans" cxnId="{674FC829-C06E-4CC4-9110-716398E86F03}">
      <dgm:prSet/>
      <dgm:spPr/>
      <dgm:t>
        <a:bodyPr/>
        <a:lstStyle/>
        <a:p>
          <a:endParaRPr lang="en-US"/>
        </a:p>
      </dgm:t>
    </dgm:pt>
    <dgm:pt modelId="{3A420161-87FC-4A2F-A2B1-1797B696FDCB}">
      <dgm:prSet/>
      <dgm:spPr/>
      <dgm:t>
        <a:bodyPr/>
        <a:lstStyle/>
        <a:p>
          <a:r>
            <a:rPr lang="es-MX"/>
            <a:t>PUT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Actualiza un recurso completo.</a:t>
          </a:r>
          <a:endParaRPr lang="en-US"/>
        </a:p>
      </dgm:t>
    </dgm:pt>
    <dgm:pt modelId="{B38F341C-1E6C-40CE-B64B-A976E111C1D2}" type="parTrans" cxnId="{2926BE6E-9591-404A-ACFF-EBEF34D4A275}">
      <dgm:prSet/>
      <dgm:spPr/>
      <dgm:t>
        <a:bodyPr/>
        <a:lstStyle/>
        <a:p>
          <a:endParaRPr lang="en-US"/>
        </a:p>
      </dgm:t>
    </dgm:pt>
    <dgm:pt modelId="{3CE62074-D668-44A8-8D77-9711807F7BA1}" type="sibTrans" cxnId="{2926BE6E-9591-404A-ACFF-EBEF34D4A275}">
      <dgm:prSet/>
      <dgm:spPr/>
      <dgm:t>
        <a:bodyPr/>
        <a:lstStyle/>
        <a:p>
          <a:endParaRPr lang="en-US"/>
        </a:p>
      </dgm:t>
    </dgm:pt>
    <dgm:pt modelId="{FBB938E0-D124-4066-9129-16A0AF890946}">
      <dgm:prSet/>
      <dgm:spPr/>
      <dgm:t>
        <a:bodyPr/>
        <a:lstStyle/>
        <a:p>
          <a:r>
            <a:rPr lang="es-MX"/>
            <a:t>PATCH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Actualiza parcialmente un recurso.</a:t>
          </a:r>
          <a:endParaRPr lang="en-US"/>
        </a:p>
      </dgm:t>
    </dgm:pt>
    <dgm:pt modelId="{06ECA9E5-989F-4BAB-AD32-8424F3818309}" type="parTrans" cxnId="{7698ECD6-D16F-4EF8-B7E4-70BDAD83D12C}">
      <dgm:prSet/>
      <dgm:spPr/>
      <dgm:t>
        <a:bodyPr/>
        <a:lstStyle/>
        <a:p>
          <a:endParaRPr lang="en-US"/>
        </a:p>
      </dgm:t>
    </dgm:pt>
    <dgm:pt modelId="{730AF3AB-F0F7-41AD-8327-1CB48549E08B}" type="sibTrans" cxnId="{7698ECD6-D16F-4EF8-B7E4-70BDAD83D12C}">
      <dgm:prSet/>
      <dgm:spPr/>
      <dgm:t>
        <a:bodyPr/>
        <a:lstStyle/>
        <a:p>
          <a:endParaRPr lang="en-US"/>
        </a:p>
      </dgm:t>
    </dgm:pt>
    <dgm:pt modelId="{3900217E-A6CC-4DDD-94E3-22C030466CCF}">
      <dgm:prSet/>
      <dgm:spPr/>
      <dgm:t>
        <a:bodyPr/>
        <a:lstStyle/>
        <a:p>
          <a:r>
            <a:rPr lang="es-MX"/>
            <a:t>DELETE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Elimina un recurso.</a:t>
          </a:r>
          <a:endParaRPr lang="en-US"/>
        </a:p>
      </dgm:t>
    </dgm:pt>
    <dgm:pt modelId="{C71BCB92-C7AE-42C7-9D80-4E1F0E233896}" type="parTrans" cxnId="{D3010C4A-8F78-422E-B421-43734EC29C19}">
      <dgm:prSet/>
      <dgm:spPr/>
      <dgm:t>
        <a:bodyPr/>
        <a:lstStyle/>
        <a:p>
          <a:endParaRPr lang="en-US"/>
        </a:p>
      </dgm:t>
    </dgm:pt>
    <dgm:pt modelId="{D0E2CE03-6022-4DA1-A6E9-64B7C23E6DAC}" type="sibTrans" cxnId="{D3010C4A-8F78-422E-B421-43734EC29C19}">
      <dgm:prSet/>
      <dgm:spPr/>
      <dgm:t>
        <a:bodyPr/>
        <a:lstStyle/>
        <a:p>
          <a:endParaRPr lang="en-US"/>
        </a:p>
      </dgm:t>
    </dgm:pt>
    <dgm:pt modelId="{E480A97A-51DC-4D74-A14D-550433E44A76}">
      <dgm:prSet/>
      <dgm:spPr/>
      <dgm:t>
        <a:bodyPr/>
        <a:lstStyle/>
        <a:p>
          <a:r>
            <a:rPr lang="en-US" dirty="0"/>
            <a:t>OPTIONS </a:t>
          </a:r>
          <a:r>
            <a:rPr lang="es-MX" dirty="0">
              <a:sym typeface="Wingdings" panose="05000000000000000000" pitchFamily="2" charset="2"/>
            </a:rPr>
            <a:t></a:t>
          </a:r>
          <a:r>
            <a:rPr lang="es-MX" dirty="0"/>
            <a:t> Saber que opciones permite un endpoint</a:t>
          </a:r>
          <a:endParaRPr lang="en-US" dirty="0"/>
        </a:p>
      </dgm:t>
    </dgm:pt>
    <dgm:pt modelId="{06BCEA25-B32E-4ACD-A2B4-D581136C1CC5}" type="parTrans" cxnId="{453E178F-80FC-4A8F-B5D5-09A44E3187A2}">
      <dgm:prSet/>
      <dgm:spPr/>
      <dgm:t>
        <a:bodyPr/>
        <a:lstStyle/>
        <a:p>
          <a:endParaRPr lang="en-US"/>
        </a:p>
      </dgm:t>
    </dgm:pt>
    <dgm:pt modelId="{4725FA2A-5E21-40C0-946E-A6C878D5E3DC}" type="sibTrans" cxnId="{453E178F-80FC-4A8F-B5D5-09A44E3187A2}">
      <dgm:prSet/>
      <dgm:spPr/>
      <dgm:t>
        <a:bodyPr/>
        <a:lstStyle/>
        <a:p>
          <a:endParaRPr lang="en-US"/>
        </a:p>
      </dgm:t>
    </dgm:pt>
    <dgm:pt modelId="{02FEE8DF-4566-4C94-9437-EF465C8A7EA9}" type="pres">
      <dgm:prSet presAssocID="{4B836BCA-D5BD-496B-8B0B-180F8843B2B9}" presName="diagram" presStyleCnt="0">
        <dgm:presLayoutVars>
          <dgm:dir/>
          <dgm:resizeHandles val="exact"/>
        </dgm:presLayoutVars>
      </dgm:prSet>
      <dgm:spPr/>
    </dgm:pt>
    <dgm:pt modelId="{FE12E714-11E4-4A66-9342-D060AC81937A}" type="pres">
      <dgm:prSet presAssocID="{54E94845-A8BF-44FB-8B91-C10C398343E7}" presName="node" presStyleLbl="node1" presStyleIdx="0" presStyleCnt="6">
        <dgm:presLayoutVars>
          <dgm:bulletEnabled val="1"/>
        </dgm:presLayoutVars>
      </dgm:prSet>
      <dgm:spPr/>
    </dgm:pt>
    <dgm:pt modelId="{A9735B24-CA5B-4F2F-98C8-6A2AED0E538D}" type="pres">
      <dgm:prSet presAssocID="{D7D775C7-4564-461A-88B8-A9A4D18DA40D}" presName="sibTrans" presStyleCnt="0"/>
      <dgm:spPr/>
    </dgm:pt>
    <dgm:pt modelId="{3D96FD84-6CDC-4CDE-BD4B-28106409B337}" type="pres">
      <dgm:prSet presAssocID="{5A0C9125-AE6F-4433-83C2-9B0989698C23}" presName="node" presStyleLbl="node1" presStyleIdx="1" presStyleCnt="6">
        <dgm:presLayoutVars>
          <dgm:bulletEnabled val="1"/>
        </dgm:presLayoutVars>
      </dgm:prSet>
      <dgm:spPr/>
    </dgm:pt>
    <dgm:pt modelId="{ABC11F21-94AE-48DE-93F6-23D7509BDE88}" type="pres">
      <dgm:prSet presAssocID="{6ADC9519-F5BD-4CCC-84FF-4F711BAC4945}" presName="sibTrans" presStyleCnt="0"/>
      <dgm:spPr/>
    </dgm:pt>
    <dgm:pt modelId="{8A449A04-4F14-4881-86FD-EB2314BCF17E}" type="pres">
      <dgm:prSet presAssocID="{3A420161-87FC-4A2F-A2B1-1797B696FDCB}" presName="node" presStyleLbl="node1" presStyleIdx="2" presStyleCnt="6">
        <dgm:presLayoutVars>
          <dgm:bulletEnabled val="1"/>
        </dgm:presLayoutVars>
      </dgm:prSet>
      <dgm:spPr/>
    </dgm:pt>
    <dgm:pt modelId="{5AB13E12-0BDA-42D6-B98F-F45FDFAC040C}" type="pres">
      <dgm:prSet presAssocID="{3CE62074-D668-44A8-8D77-9711807F7BA1}" presName="sibTrans" presStyleCnt="0"/>
      <dgm:spPr/>
    </dgm:pt>
    <dgm:pt modelId="{57189A41-A097-460B-AA9D-62CF800A1699}" type="pres">
      <dgm:prSet presAssocID="{FBB938E0-D124-4066-9129-16A0AF890946}" presName="node" presStyleLbl="node1" presStyleIdx="3" presStyleCnt="6">
        <dgm:presLayoutVars>
          <dgm:bulletEnabled val="1"/>
        </dgm:presLayoutVars>
      </dgm:prSet>
      <dgm:spPr/>
    </dgm:pt>
    <dgm:pt modelId="{A7FD236A-76AD-46FD-A043-6022FBA6CE15}" type="pres">
      <dgm:prSet presAssocID="{730AF3AB-F0F7-41AD-8327-1CB48549E08B}" presName="sibTrans" presStyleCnt="0"/>
      <dgm:spPr/>
    </dgm:pt>
    <dgm:pt modelId="{6C955D5E-C55B-471B-83F5-530DEEC7EA55}" type="pres">
      <dgm:prSet presAssocID="{3900217E-A6CC-4DDD-94E3-22C030466CCF}" presName="node" presStyleLbl="node1" presStyleIdx="4" presStyleCnt="6">
        <dgm:presLayoutVars>
          <dgm:bulletEnabled val="1"/>
        </dgm:presLayoutVars>
      </dgm:prSet>
      <dgm:spPr/>
    </dgm:pt>
    <dgm:pt modelId="{20DE70E3-DDB6-4521-852B-0F9121744496}" type="pres">
      <dgm:prSet presAssocID="{D0E2CE03-6022-4DA1-A6E9-64B7C23E6DAC}" presName="sibTrans" presStyleCnt="0"/>
      <dgm:spPr/>
    </dgm:pt>
    <dgm:pt modelId="{E9D2304E-EC69-47B0-BB64-7E56A89B6F96}" type="pres">
      <dgm:prSet presAssocID="{E480A97A-51DC-4D74-A14D-550433E44A76}" presName="node" presStyleLbl="node1" presStyleIdx="5" presStyleCnt="6">
        <dgm:presLayoutVars>
          <dgm:bulletEnabled val="1"/>
        </dgm:presLayoutVars>
      </dgm:prSet>
      <dgm:spPr/>
    </dgm:pt>
  </dgm:ptLst>
  <dgm:cxnLst>
    <dgm:cxn modelId="{3389B60A-5F85-4847-ADAD-31CAA46976B4}" srcId="{4B836BCA-D5BD-496B-8B0B-180F8843B2B9}" destId="{54E94845-A8BF-44FB-8B91-C10C398343E7}" srcOrd="0" destOrd="0" parTransId="{C7296387-9345-476C-8FC8-847BE32AEDF4}" sibTransId="{D7D775C7-4564-461A-88B8-A9A4D18DA40D}"/>
    <dgm:cxn modelId="{674FC829-C06E-4CC4-9110-716398E86F03}" srcId="{4B836BCA-D5BD-496B-8B0B-180F8843B2B9}" destId="{5A0C9125-AE6F-4433-83C2-9B0989698C23}" srcOrd="1" destOrd="0" parTransId="{B6153D8C-970E-4FEF-8F34-C8FA481F960D}" sibTransId="{6ADC9519-F5BD-4CCC-84FF-4F711BAC4945}"/>
    <dgm:cxn modelId="{17048160-FBB6-49F2-BC2A-14A0CEE796CA}" type="presOf" srcId="{E480A97A-51DC-4D74-A14D-550433E44A76}" destId="{E9D2304E-EC69-47B0-BB64-7E56A89B6F96}" srcOrd="0" destOrd="0" presId="urn:microsoft.com/office/officeart/2005/8/layout/default"/>
    <dgm:cxn modelId="{91D2EB61-EC39-4BA8-963E-F21EF4375BF2}" type="presOf" srcId="{3900217E-A6CC-4DDD-94E3-22C030466CCF}" destId="{6C955D5E-C55B-471B-83F5-530DEEC7EA55}" srcOrd="0" destOrd="0" presId="urn:microsoft.com/office/officeart/2005/8/layout/default"/>
    <dgm:cxn modelId="{D3010C4A-8F78-422E-B421-43734EC29C19}" srcId="{4B836BCA-D5BD-496B-8B0B-180F8843B2B9}" destId="{3900217E-A6CC-4DDD-94E3-22C030466CCF}" srcOrd="4" destOrd="0" parTransId="{C71BCB92-C7AE-42C7-9D80-4E1F0E233896}" sibTransId="{D0E2CE03-6022-4DA1-A6E9-64B7C23E6DAC}"/>
    <dgm:cxn modelId="{F0B04B6E-023F-43B5-B6C1-B7972F736DEA}" type="presOf" srcId="{54E94845-A8BF-44FB-8B91-C10C398343E7}" destId="{FE12E714-11E4-4A66-9342-D060AC81937A}" srcOrd="0" destOrd="0" presId="urn:microsoft.com/office/officeart/2005/8/layout/default"/>
    <dgm:cxn modelId="{2926BE6E-9591-404A-ACFF-EBEF34D4A275}" srcId="{4B836BCA-D5BD-496B-8B0B-180F8843B2B9}" destId="{3A420161-87FC-4A2F-A2B1-1797B696FDCB}" srcOrd="2" destOrd="0" parTransId="{B38F341C-1E6C-40CE-B64B-A976E111C1D2}" sibTransId="{3CE62074-D668-44A8-8D77-9711807F7BA1}"/>
    <dgm:cxn modelId="{113ADF75-387D-41F8-AAD8-0D309DFC9117}" type="presOf" srcId="{3A420161-87FC-4A2F-A2B1-1797B696FDCB}" destId="{8A449A04-4F14-4881-86FD-EB2314BCF17E}" srcOrd="0" destOrd="0" presId="urn:microsoft.com/office/officeart/2005/8/layout/default"/>
    <dgm:cxn modelId="{8FF86282-79EF-4494-924F-46CCCADCAD5F}" type="presOf" srcId="{5A0C9125-AE6F-4433-83C2-9B0989698C23}" destId="{3D96FD84-6CDC-4CDE-BD4B-28106409B337}" srcOrd="0" destOrd="0" presId="urn:microsoft.com/office/officeart/2005/8/layout/default"/>
    <dgm:cxn modelId="{453E178F-80FC-4A8F-B5D5-09A44E3187A2}" srcId="{4B836BCA-D5BD-496B-8B0B-180F8843B2B9}" destId="{E480A97A-51DC-4D74-A14D-550433E44A76}" srcOrd="5" destOrd="0" parTransId="{06BCEA25-B32E-4ACD-A2B4-D581136C1CC5}" sibTransId="{4725FA2A-5E21-40C0-946E-A6C878D5E3DC}"/>
    <dgm:cxn modelId="{53D66DD3-02BF-4451-AABE-48FF9F4E8EFF}" type="presOf" srcId="{FBB938E0-D124-4066-9129-16A0AF890946}" destId="{57189A41-A097-460B-AA9D-62CF800A1699}" srcOrd="0" destOrd="0" presId="urn:microsoft.com/office/officeart/2005/8/layout/default"/>
    <dgm:cxn modelId="{7698ECD6-D16F-4EF8-B7E4-70BDAD83D12C}" srcId="{4B836BCA-D5BD-496B-8B0B-180F8843B2B9}" destId="{FBB938E0-D124-4066-9129-16A0AF890946}" srcOrd="3" destOrd="0" parTransId="{06ECA9E5-989F-4BAB-AD32-8424F3818309}" sibTransId="{730AF3AB-F0F7-41AD-8327-1CB48549E08B}"/>
    <dgm:cxn modelId="{DA77F4DC-A142-47A3-9A9C-941660522377}" type="presOf" srcId="{4B836BCA-D5BD-496B-8B0B-180F8843B2B9}" destId="{02FEE8DF-4566-4C94-9437-EF465C8A7EA9}" srcOrd="0" destOrd="0" presId="urn:microsoft.com/office/officeart/2005/8/layout/default"/>
    <dgm:cxn modelId="{51CBBF45-E031-4580-B5E7-36C4CF886502}" type="presParOf" srcId="{02FEE8DF-4566-4C94-9437-EF465C8A7EA9}" destId="{FE12E714-11E4-4A66-9342-D060AC81937A}" srcOrd="0" destOrd="0" presId="urn:microsoft.com/office/officeart/2005/8/layout/default"/>
    <dgm:cxn modelId="{4C37BE01-A616-4189-891D-B14691B2E8BE}" type="presParOf" srcId="{02FEE8DF-4566-4C94-9437-EF465C8A7EA9}" destId="{A9735B24-CA5B-4F2F-98C8-6A2AED0E538D}" srcOrd="1" destOrd="0" presId="urn:microsoft.com/office/officeart/2005/8/layout/default"/>
    <dgm:cxn modelId="{03873D8D-72DE-445D-90C0-EF13C330B045}" type="presParOf" srcId="{02FEE8DF-4566-4C94-9437-EF465C8A7EA9}" destId="{3D96FD84-6CDC-4CDE-BD4B-28106409B337}" srcOrd="2" destOrd="0" presId="urn:microsoft.com/office/officeart/2005/8/layout/default"/>
    <dgm:cxn modelId="{BF895518-83B2-4BF6-969C-5E6C8C9E153E}" type="presParOf" srcId="{02FEE8DF-4566-4C94-9437-EF465C8A7EA9}" destId="{ABC11F21-94AE-48DE-93F6-23D7509BDE88}" srcOrd="3" destOrd="0" presId="urn:microsoft.com/office/officeart/2005/8/layout/default"/>
    <dgm:cxn modelId="{D555DE86-7FCE-4819-8D00-AC51238788F8}" type="presParOf" srcId="{02FEE8DF-4566-4C94-9437-EF465C8A7EA9}" destId="{8A449A04-4F14-4881-86FD-EB2314BCF17E}" srcOrd="4" destOrd="0" presId="urn:microsoft.com/office/officeart/2005/8/layout/default"/>
    <dgm:cxn modelId="{5C154149-5A92-4001-B526-1ABA93406D0B}" type="presParOf" srcId="{02FEE8DF-4566-4C94-9437-EF465C8A7EA9}" destId="{5AB13E12-0BDA-42D6-B98F-F45FDFAC040C}" srcOrd="5" destOrd="0" presId="urn:microsoft.com/office/officeart/2005/8/layout/default"/>
    <dgm:cxn modelId="{A045823D-25DA-4A8F-810E-17F24A048C38}" type="presParOf" srcId="{02FEE8DF-4566-4C94-9437-EF465C8A7EA9}" destId="{57189A41-A097-460B-AA9D-62CF800A1699}" srcOrd="6" destOrd="0" presId="urn:microsoft.com/office/officeart/2005/8/layout/default"/>
    <dgm:cxn modelId="{89AF3A4B-F30D-465D-B9FA-3429D88216AF}" type="presParOf" srcId="{02FEE8DF-4566-4C94-9437-EF465C8A7EA9}" destId="{A7FD236A-76AD-46FD-A043-6022FBA6CE15}" srcOrd="7" destOrd="0" presId="urn:microsoft.com/office/officeart/2005/8/layout/default"/>
    <dgm:cxn modelId="{6C9D4B21-6B64-493C-AD23-E5F1AA4EB0BD}" type="presParOf" srcId="{02FEE8DF-4566-4C94-9437-EF465C8A7EA9}" destId="{6C955D5E-C55B-471B-83F5-530DEEC7EA55}" srcOrd="8" destOrd="0" presId="urn:microsoft.com/office/officeart/2005/8/layout/default"/>
    <dgm:cxn modelId="{3AC8E1FD-B84A-44DF-A3CB-67924774E756}" type="presParOf" srcId="{02FEE8DF-4566-4C94-9437-EF465C8A7EA9}" destId="{20DE70E3-DDB6-4521-852B-0F9121744496}" srcOrd="9" destOrd="0" presId="urn:microsoft.com/office/officeart/2005/8/layout/default"/>
    <dgm:cxn modelId="{5CBB9F5D-F61F-48A9-98C5-35AD8CC60D0F}" type="presParOf" srcId="{02FEE8DF-4566-4C94-9437-EF465C8A7EA9}" destId="{E9D2304E-EC69-47B0-BB64-7E56A89B6F9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D4C996-BECB-4E23-8037-B9C8E13126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754B0B-B289-491B-819A-379A29FA494D}">
      <dgm:prSet/>
      <dgm:spPr/>
      <dgm:t>
        <a:bodyPr/>
        <a:lstStyle/>
        <a:p>
          <a:r>
            <a:rPr lang="es-MX"/>
            <a:t>Google Maps API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Usado para mapas y geolocalización.</a:t>
          </a:r>
          <a:endParaRPr lang="en-US"/>
        </a:p>
      </dgm:t>
    </dgm:pt>
    <dgm:pt modelId="{8D9D8B4B-11CA-453E-835F-25945019ED3D}" type="parTrans" cxnId="{8B44DCCC-DF53-428F-A519-7D16792B0709}">
      <dgm:prSet/>
      <dgm:spPr/>
      <dgm:t>
        <a:bodyPr/>
        <a:lstStyle/>
        <a:p>
          <a:endParaRPr lang="en-US"/>
        </a:p>
      </dgm:t>
    </dgm:pt>
    <dgm:pt modelId="{0DFDA989-F810-4259-9F62-785FC0FEE12A}" type="sibTrans" cxnId="{8B44DCCC-DF53-428F-A519-7D16792B0709}">
      <dgm:prSet/>
      <dgm:spPr/>
      <dgm:t>
        <a:bodyPr/>
        <a:lstStyle/>
        <a:p>
          <a:endParaRPr lang="en-US"/>
        </a:p>
      </dgm:t>
    </dgm:pt>
    <dgm:pt modelId="{06D0CA82-B4B3-4B02-A1AA-57D801620566}">
      <dgm:prSet/>
      <dgm:spPr/>
      <dgm:t>
        <a:bodyPr/>
        <a:lstStyle/>
        <a:p>
          <a:r>
            <a:rPr lang="es-MX"/>
            <a:t>Spotify API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Usado para acceder a canciones, playlist y artistas.</a:t>
          </a:r>
          <a:endParaRPr lang="en-US"/>
        </a:p>
      </dgm:t>
    </dgm:pt>
    <dgm:pt modelId="{030D9956-DAF1-4798-9F75-8BF895EB5321}" type="parTrans" cxnId="{D3342085-DFB4-481E-BB66-A487C312EFCC}">
      <dgm:prSet/>
      <dgm:spPr/>
      <dgm:t>
        <a:bodyPr/>
        <a:lstStyle/>
        <a:p>
          <a:endParaRPr lang="en-US"/>
        </a:p>
      </dgm:t>
    </dgm:pt>
    <dgm:pt modelId="{A300984C-6881-4AC8-A38A-17C1A8D7BB24}" type="sibTrans" cxnId="{D3342085-DFB4-481E-BB66-A487C312EFCC}">
      <dgm:prSet/>
      <dgm:spPr/>
      <dgm:t>
        <a:bodyPr/>
        <a:lstStyle/>
        <a:p>
          <a:endParaRPr lang="en-US"/>
        </a:p>
      </dgm:t>
    </dgm:pt>
    <dgm:pt modelId="{CF47770A-EDF0-452E-8499-204DBBF17EB7}">
      <dgm:prSet/>
      <dgm:spPr/>
      <dgm:t>
        <a:bodyPr/>
        <a:lstStyle/>
        <a:p>
          <a:r>
            <a:rPr lang="es-MX"/>
            <a:t>GitHub API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Usado para repositorios, issues y commits.</a:t>
          </a:r>
          <a:endParaRPr lang="en-US"/>
        </a:p>
      </dgm:t>
    </dgm:pt>
    <dgm:pt modelId="{B1C14914-72C7-4B84-80BF-BCB38E2266B3}" type="parTrans" cxnId="{FF442644-657D-49C1-AA75-80D72C4829C7}">
      <dgm:prSet/>
      <dgm:spPr/>
      <dgm:t>
        <a:bodyPr/>
        <a:lstStyle/>
        <a:p>
          <a:endParaRPr lang="en-US"/>
        </a:p>
      </dgm:t>
    </dgm:pt>
    <dgm:pt modelId="{3EBCD2DB-E0F6-4800-89EC-FB5F4E8961A2}" type="sibTrans" cxnId="{FF442644-657D-49C1-AA75-80D72C4829C7}">
      <dgm:prSet/>
      <dgm:spPr/>
      <dgm:t>
        <a:bodyPr/>
        <a:lstStyle/>
        <a:p>
          <a:endParaRPr lang="en-US"/>
        </a:p>
      </dgm:t>
    </dgm:pt>
    <dgm:pt modelId="{79995121-F01E-41B7-ABF0-0CD49F5B1EE1}">
      <dgm:prSet/>
      <dgm:spPr/>
      <dgm:t>
        <a:bodyPr/>
        <a:lstStyle/>
        <a:p>
          <a:r>
            <a:rPr lang="es-MX"/>
            <a:t>OpenWeather API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Usado para datos meteorológicos.</a:t>
          </a:r>
          <a:endParaRPr lang="en-US"/>
        </a:p>
      </dgm:t>
    </dgm:pt>
    <dgm:pt modelId="{2810DEEF-7371-487D-93DA-A3C7819BD555}" type="parTrans" cxnId="{5F5CDFDB-03F1-4326-B372-D37D0AC4B6A6}">
      <dgm:prSet/>
      <dgm:spPr/>
      <dgm:t>
        <a:bodyPr/>
        <a:lstStyle/>
        <a:p>
          <a:endParaRPr lang="en-US"/>
        </a:p>
      </dgm:t>
    </dgm:pt>
    <dgm:pt modelId="{0639D632-7441-4486-801D-57BF9FA07E64}" type="sibTrans" cxnId="{5F5CDFDB-03F1-4326-B372-D37D0AC4B6A6}">
      <dgm:prSet/>
      <dgm:spPr/>
      <dgm:t>
        <a:bodyPr/>
        <a:lstStyle/>
        <a:p>
          <a:endParaRPr lang="en-US"/>
        </a:p>
      </dgm:t>
    </dgm:pt>
    <dgm:pt modelId="{D7538690-2447-4F20-8119-77B9087D6544}">
      <dgm:prSet/>
      <dgm:spPr/>
      <dgm:t>
        <a:bodyPr/>
        <a:lstStyle/>
        <a:p>
          <a:r>
            <a:rPr lang="es-MX"/>
            <a:t>PayPal API </a:t>
          </a:r>
          <a:r>
            <a:rPr lang="es-MX">
              <a:sym typeface="Wingdings" panose="05000000000000000000" pitchFamily="2" charset="2"/>
            </a:rPr>
            <a:t></a:t>
          </a:r>
          <a:r>
            <a:rPr lang="es-MX"/>
            <a:t> Usado para pagos en línea.</a:t>
          </a:r>
          <a:endParaRPr lang="en-US"/>
        </a:p>
      </dgm:t>
    </dgm:pt>
    <dgm:pt modelId="{16337AE9-5B8F-4BE9-ACA8-068AE91FAA3A}" type="parTrans" cxnId="{5CAFD49A-7240-4AD5-8979-F618171AEE91}">
      <dgm:prSet/>
      <dgm:spPr/>
      <dgm:t>
        <a:bodyPr/>
        <a:lstStyle/>
        <a:p>
          <a:endParaRPr lang="en-US"/>
        </a:p>
      </dgm:t>
    </dgm:pt>
    <dgm:pt modelId="{433D086F-9112-4399-9458-EBED982D0F06}" type="sibTrans" cxnId="{5CAFD49A-7240-4AD5-8979-F618171AEE91}">
      <dgm:prSet/>
      <dgm:spPr/>
      <dgm:t>
        <a:bodyPr/>
        <a:lstStyle/>
        <a:p>
          <a:endParaRPr lang="en-US"/>
        </a:p>
      </dgm:t>
    </dgm:pt>
    <dgm:pt modelId="{0819151F-48FF-4C87-9D57-3D78BD03101F}" type="pres">
      <dgm:prSet presAssocID="{F0D4C996-BECB-4E23-8037-B9C8E13126CB}" presName="root" presStyleCnt="0">
        <dgm:presLayoutVars>
          <dgm:dir/>
          <dgm:resizeHandles val="exact"/>
        </dgm:presLayoutVars>
      </dgm:prSet>
      <dgm:spPr/>
    </dgm:pt>
    <dgm:pt modelId="{92189888-9868-4FBC-8916-6AD80E25BFC2}" type="pres">
      <dgm:prSet presAssocID="{91754B0B-B289-491B-819A-379A29FA494D}" presName="compNode" presStyleCnt="0"/>
      <dgm:spPr/>
    </dgm:pt>
    <dgm:pt modelId="{A3856EBF-F021-4167-83FE-8BE2B6F94FE5}" type="pres">
      <dgm:prSet presAssocID="{91754B0B-B289-491B-819A-379A29FA494D}" presName="bgRect" presStyleLbl="bgShp" presStyleIdx="0" presStyleCnt="5"/>
      <dgm:spPr/>
    </dgm:pt>
    <dgm:pt modelId="{3483EEAF-CC99-4315-9160-1FC509CC5114}" type="pres">
      <dgm:prSet presAssocID="{91754B0B-B289-491B-819A-379A29FA494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10F6C0D7-0C8F-4A75-A422-5DAC090C7B5D}" type="pres">
      <dgm:prSet presAssocID="{91754B0B-B289-491B-819A-379A29FA494D}" presName="spaceRect" presStyleCnt="0"/>
      <dgm:spPr/>
    </dgm:pt>
    <dgm:pt modelId="{91AE7965-83E0-4C29-9B72-C6E1489B94EA}" type="pres">
      <dgm:prSet presAssocID="{91754B0B-B289-491B-819A-379A29FA494D}" presName="parTx" presStyleLbl="revTx" presStyleIdx="0" presStyleCnt="5">
        <dgm:presLayoutVars>
          <dgm:chMax val="0"/>
          <dgm:chPref val="0"/>
        </dgm:presLayoutVars>
      </dgm:prSet>
      <dgm:spPr/>
    </dgm:pt>
    <dgm:pt modelId="{8D66250C-E4BC-4933-BF01-A67F4C0BA833}" type="pres">
      <dgm:prSet presAssocID="{0DFDA989-F810-4259-9F62-785FC0FEE12A}" presName="sibTrans" presStyleCnt="0"/>
      <dgm:spPr/>
    </dgm:pt>
    <dgm:pt modelId="{C2427D52-F0C5-4174-9CC3-A9DC1EAC4370}" type="pres">
      <dgm:prSet presAssocID="{06D0CA82-B4B3-4B02-A1AA-57D801620566}" presName="compNode" presStyleCnt="0"/>
      <dgm:spPr/>
    </dgm:pt>
    <dgm:pt modelId="{95F4E2E9-66F5-461F-896B-EFC2DC218928}" type="pres">
      <dgm:prSet presAssocID="{06D0CA82-B4B3-4B02-A1AA-57D801620566}" presName="bgRect" presStyleLbl="bgShp" presStyleIdx="1" presStyleCnt="5"/>
      <dgm:spPr/>
    </dgm:pt>
    <dgm:pt modelId="{541C269C-4A17-41EB-801E-ACA594ED219E}" type="pres">
      <dgm:prSet presAssocID="{06D0CA82-B4B3-4B02-A1AA-57D8016205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úsica"/>
        </a:ext>
      </dgm:extLst>
    </dgm:pt>
    <dgm:pt modelId="{1CDA42E5-DE84-4B27-B0A4-0420E8380FCA}" type="pres">
      <dgm:prSet presAssocID="{06D0CA82-B4B3-4B02-A1AA-57D801620566}" presName="spaceRect" presStyleCnt="0"/>
      <dgm:spPr/>
    </dgm:pt>
    <dgm:pt modelId="{A77A68C3-3926-4F2B-A084-CE15AA88A9B6}" type="pres">
      <dgm:prSet presAssocID="{06D0CA82-B4B3-4B02-A1AA-57D801620566}" presName="parTx" presStyleLbl="revTx" presStyleIdx="1" presStyleCnt="5">
        <dgm:presLayoutVars>
          <dgm:chMax val="0"/>
          <dgm:chPref val="0"/>
        </dgm:presLayoutVars>
      </dgm:prSet>
      <dgm:spPr/>
    </dgm:pt>
    <dgm:pt modelId="{6C603202-789A-4B7A-8C72-59BF21E658A8}" type="pres">
      <dgm:prSet presAssocID="{A300984C-6881-4AC8-A38A-17C1A8D7BB24}" presName="sibTrans" presStyleCnt="0"/>
      <dgm:spPr/>
    </dgm:pt>
    <dgm:pt modelId="{62A67C37-F550-4E94-8C3D-012162BC5C16}" type="pres">
      <dgm:prSet presAssocID="{CF47770A-EDF0-452E-8499-204DBBF17EB7}" presName="compNode" presStyleCnt="0"/>
      <dgm:spPr/>
    </dgm:pt>
    <dgm:pt modelId="{52B807FB-F886-4A9A-ABBD-BE0114515D3B}" type="pres">
      <dgm:prSet presAssocID="{CF47770A-EDF0-452E-8499-204DBBF17EB7}" presName="bgRect" presStyleLbl="bgShp" presStyleIdx="2" presStyleCnt="5"/>
      <dgm:spPr/>
    </dgm:pt>
    <dgm:pt modelId="{36677916-E849-4BDC-98D2-10A244E2C664}" type="pres">
      <dgm:prSet presAssocID="{CF47770A-EDF0-452E-8499-204DBBF17EB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907D1BA0-54D3-4E58-AD71-84FF103B826A}" type="pres">
      <dgm:prSet presAssocID="{CF47770A-EDF0-452E-8499-204DBBF17EB7}" presName="spaceRect" presStyleCnt="0"/>
      <dgm:spPr/>
    </dgm:pt>
    <dgm:pt modelId="{4EC067E8-354F-4940-A61A-C1F3DDFC0AF4}" type="pres">
      <dgm:prSet presAssocID="{CF47770A-EDF0-452E-8499-204DBBF17EB7}" presName="parTx" presStyleLbl="revTx" presStyleIdx="2" presStyleCnt="5">
        <dgm:presLayoutVars>
          <dgm:chMax val="0"/>
          <dgm:chPref val="0"/>
        </dgm:presLayoutVars>
      </dgm:prSet>
      <dgm:spPr/>
    </dgm:pt>
    <dgm:pt modelId="{29EB72A1-4D73-4C13-90B4-C785EBD5C5B4}" type="pres">
      <dgm:prSet presAssocID="{3EBCD2DB-E0F6-4800-89EC-FB5F4E8961A2}" presName="sibTrans" presStyleCnt="0"/>
      <dgm:spPr/>
    </dgm:pt>
    <dgm:pt modelId="{DB35736E-489A-4910-B47E-7D901646F051}" type="pres">
      <dgm:prSet presAssocID="{79995121-F01E-41B7-ABF0-0CD49F5B1EE1}" presName="compNode" presStyleCnt="0"/>
      <dgm:spPr/>
    </dgm:pt>
    <dgm:pt modelId="{EA766755-1932-4DAC-9185-97188BE30646}" type="pres">
      <dgm:prSet presAssocID="{79995121-F01E-41B7-ABF0-0CD49F5B1EE1}" presName="bgRect" presStyleLbl="bgShp" presStyleIdx="3" presStyleCnt="5"/>
      <dgm:spPr/>
    </dgm:pt>
    <dgm:pt modelId="{33C727C5-8E05-45B8-AE86-947DB78F96C9}" type="pres">
      <dgm:prSet presAssocID="{79995121-F01E-41B7-ABF0-0CD49F5B1EE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íris"/>
        </a:ext>
      </dgm:extLst>
    </dgm:pt>
    <dgm:pt modelId="{C99EB59D-BC22-4E5F-8396-A91D352BC799}" type="pres">
      <dgm:prSet presAssocID="{79995121-F01E-41B7-ABF0-0CD49F5B1EE1}" presName="spaceRect" presStyleCnt="0"/>
      <dgm:spPr/>
    </dgm:pt>
    <dgm:pt modelId="{692E167B-3036-4A49-9B05-253050D1E6D5}" type="pres">
      <dgm:prSet presAssocID="{79995121-F01E-41B7-ABF0-0CD49F5B1EE1}" presName="parTx" presStyleLbl="revTx" presStyleIdx="3" presStyleCnt="5">
        <dgm:presLayoutVars>
          <dgm:chMax val="0"/>
          <dgm:chPref val="0"/>
        </dgm:presLayoutVars>
      </dgm:prSet>
      <dgm:spPr/>
    </dgm:pt>
    <dgm:pt modelId="{615E7F96-2DB1-4CC7-8BD2-65D76DADE5A5}" type="pres">
      <dgm:prSet presAssocID="{0639D632-7441-4486-801D-57BF9FA07E64}" presName="sibTrans" presStyleCnt="0"/>
      <dgm:spPr/>
    </dgm:pt>
    <dgm:pt modelId="{6B5537CE-0E40-4F85-8E80-8C28985EFCF2}" type="pres">
      <dgm:prSet presAssocID="{D7538690-2447-4F20-8119-77B9087D6544}" presName="compNode" presStyleCnt="0"/>
      <dgm:spPr/>
    </dgm:pt>
    <dgm:pt modelId="{01D4D87E-7C14-4998-9C28-7055E12A89D0}" type="pres">
      <dgm:prSet presAssocID="{D7538690-2447-4F20-8119-77B9087D6544}" presName="bgRect" presStyleLbl="bgShp" presStyleIdx="4" presStyleCnt="5"/>
      <dgm:spPr/>
    </dgm:pt>
    <dgm:pt modelId="{A6DA5BA9-AF39-4E34-914B-22684BC994FA}" type="pres">
      <dgm:prSet presAssocID="{D7538690-2447-4F20-8119-77B9087D654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E0AF103E-F664-4E21-A11E-A5A0CF6E1A57}" type="pres">
      <dgm:prSet presAssocID="{D7538690-2447-4F20-8119-77B9087D6544}" presName="spaceRect" presStyleCnt="0"/>
      <dgm:spPr/>
    </dgm:pt>
    <dgm:pt modelId="{300A44A8-CD49-4371-BD98-4FA8C07B79D1}" type="pres">
      <dgm:prSet presAssocID="{D7538690-2447-4F20-8119-77B9087D654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F442644-657D-49C1-AA75-80D72C4829C7}" srcId="{F0D4C996-BECB-4E23-8037-B9C8E13126CB}" destId="{CF47770A-EDF0-452E-8499-204DBBF17EB7}" srcOrd="2" destOrd="0" parTransId="{B1C14914-72C7-4B84-80BF-BCB38E2266B3}" sibTransId="{3EBCD2DB-E0F6-4800-89EC-FB5F4E8961A2}"/>
    <dgm:cxn modelId="{F4A3FA54-BF9E-4EEE-A265-0FECB766420F}" type="presOf" srcId="{79995121-F01E-41B7-ABF0-0CD49F5B1EE1}" destId="{692E167B-3036-4A49-9B05-253050D1E6D5}" srcOrd="0" destOrd="0" presId="urn:microsoft.com/office/officeart/2018/2/layout/IconVerticalSolidList"/>
    <dgm:cxn modelId="{D3342085-DFB4-481E-BB66-A487C312EFCC}" srcId="{F0D4C996-BECB-4E23-8037-B9C8E13126CB}" destId="{06D0CA82-B4B3-4B02-A1AA-57D801620566}" srcOrd="1" destOrd="0" parTransId="{030D9956-DAF1-4798-9F75-8BF895EB5321}" sibTransId="{A300984C-6881-4AC8-A38A-17C1A8D7BB24}"/>
    <dgm:cxn modelId="{655AA786-CEA6-4E76-9B7D-2C0A280F0FB7}" type="presOf" srcId="{CF47770A-EDF0-452E-8499-204DBBF17EB7}" destId="{4EC067E8-354F-4940-A61A-C1F3DDFC0AF4}" srcOrd="0" destOrd="0" presId="urn:microsoft.com/office/officeart/2018/2/layout/IconVerticalSolidList"/>
    <dgm:cxn modelId="{1A60519A-B439-4405-9853-1C684B7DBEF3}" type="presOf" srcId="{D7538690-2447-4F20-8119-77B9087D6544}" destId="{300A44A8-CD49-4371-BD98-4FA8C07B79D1}" srcOrd="0" destOrd="0" presId="urn:microsoft.com/office/officeart/2018/2/layout/IconVerticalSolidList"/>
    <dgm:cxn modelId="{5CAFD49A-7240-4AD5-8979-F618171AEE91}" srcId="{F0D4C996-BECB-4E23-8037-B9C8E13126CB}" destId="{D7538690-2447-4F20-8119-77B9087D6544}" srcOrd="4" destOrd="0" parTransId="{16337AE9-5B8F-4BE9-ACA8-068AE91FAA3A}" sibTransId="{433D086F-9112-4399-9458-EBED982D0F06}"/>
    <dgm:cxn modelId="{474DC8A2-327A-4E08-AF57-EF3A3463644C}" type="presOf" srcId="{91754B0B-B289-491B-819A-379A29FA494D}" destId="{91AE7965-83E0-4C29-9B72-C6E1489B94EA}" srcOrd="0" destOrd="0" presId="urn:microsoft.com/office/officeart/2018/2/layout/IconVerticalSolidList"/>
    <dgm:cxn modelId="{28C4B2CA-D5F9-4394-BA56-71F9C8A03F2F}" type="presOf" srcId="{06D0CA82-B4B3-4B02-A1AA-57D801620566}" destId="{A77A68C3-3926-4F2B-A084-CE15AA88A9B6}" srcOrd="0" destOrd="0" presId="urn:microsoft.com/office/officeart/2018/2/layout/IconVerticalSolidList"/>
    <dgm:cxn modelId="{8B44DCCC-DF53-428F-A519-7D16792B0709}" srcId="{F0D4C996-BECB-4E23-8037-B9C8E13126CB}" destId="{91754B0B-B289-491B-819A-379A29FA494D}" srcOrd="0" destOrd="0" parTransId="{8D9D8B4B-11CA-453E-835F-25945019ED3D}" sibTransId="{0DFDA989-F810-4259-9F62-785FC0FEE12A}"/>
    <dgm:cxn modelId="{5F5CDFDB-03F1-4326-B372-D37D0AC4B6A6}" srcId="{F0D4C996-BECB-4E23-8037-B9C8E13126CB}" destId="{79995121-F01E-41B7-ABF0-0CD49F5B1EE1}" srcOrd="3" destOrd="0" parTransId="{2810DEEF-7371-487D-93DA-A3C7819BD555}" sibTransId="{0639D632-7441-4486-801D-57BF9FA07E64}"/>
    <dgm:cxn modelId="{8930B9FB-85D6-4074-858A-FC84E97AEE96}" type="presOf" srcId="{F0D4C996-BECB-4E23-8037-B9C8E13126CB}" destId="{0819151F-48FF-4C87-9D57-3D78BD03101F}" srcOrd="0" destOrd="0" presId="urn:microsoft.com/office/officeart/2018/2/layout/IconVerticalSolidList"/>
    <dgm:cxn modelId="{8099FDE2-FAD5-44FE-B5A1-9681509E7129}" type="presParOf" srcId="{0819151F-48FF-4C87-9D57-3D78BD03101F}" destId="{92189888-9868-4FBC-8916-6AD80E25BFC2}" srcOrd="0" destOrd="0" presId="urn:microsoft.com/office/officeart/2018/2/layout/IconVerticalSolidList"/>
    <dgm:cxn modelId="{D4F28970-3745-4119-B1E0-EC15B40C6C80}" type="presParOf" srcId="{92189888-9868-4FBC-8916-6AD80E25BFC2}" destId="{A3856EBF-F021-4167-83FE-8BE2B6F94FE5}" srcOrd="0" destOrd="0" presId="urn:microsoft.com/office/officeart/2018/2/layout/IconVerticalSolidList"/>
    <dgm:cxn modelId="{34499999-E5B7-4900-AFE1-7BB1BCCD70F1}" type="presParOf" srcId="{92189888-9868-4FBC-8916-6AD80E25BFC2}" destId="{3483EEAF-CC99-4315-9160-1FC509CC5114}" srcOrd="1" destOrd="0" presId="urn:microsoft.com/office/officeart/2018/2/layout/IconVerticalSolidList"/>
    <dgm:cxn modelId="{02B882DA-8281-4188-B1EE-1437F85B3146}" type="presParOf" srcId="{92189888-9868-4FBC-8916-6AD80E25BFC2}" destId="{10F6C0D7-0C8F-4A75-A422-5DAC090C7B5D}" srcOrd="2" destOrd="0" presId="urn:microsoft.com/office/officeart/2018/2/layout/IconVerticalSolidList"/>
    <dgm:cxn modelId="{FB3851FE-911A-44A7-9F9D-2D5753C9A695}" type="presParOf" srcId="{92189888-9868-4FBC-8916-6AD80E25BFC2}" destId="{91AE7965-83E0-4C29-9B72-C6E1489B94EA}" srcOrd="3" destOrd="0" presId="urn:microsoft.com/office/officeart/2018/2/layout/IconVerticalSolidList"/>
    <dgm:cxn modelId="{670B0AFD-F89A-4531-9EE1-CCBDBBADD0C1}" type="presParOf" srcId="{0819151F-48FF-4C87-9D57-3D78BD03101F}" destId="{8D66250C-E4BC-4933-BF01-A67F4C0BA833}" srcOrd="1" destOrd="0" presId="urn:microsoft.com/office/officeart/2018/2/layout/IconVerticalSolidList"/>
    <dgm:cxn modelId="{CB6C2343-F787-4A70-A06E-78966C1591C6}" type="presParOf" srcId="{0819151F-48FF-4C87-9D57-3D78BD03101F}" destId="{C2427D52-F0C5-4174-9CC3-A9DC1EAC4370}" srcOrd="2" destOrd="0" presId="urn:microsoft.com/office/officeart/2018/2/layout/IconVerticalSolidList"/>
    <dgm:cxn modelId="{CC35DBE3-5662-48CD-9115-2B88237AC2B3}" type="presParOf" srcId="{C2427D52-F0C5-4174-9CC3-A9DC1EAC4370}" destId="{95F4E2E9-66F5-461F-896B-EFC2DC218928}" srcOrd="0" destOrd="0" presId="urn:microsoft.com/office/officeart/2018/2/layout/IconVerticalSolidList"/>
    <dgm:cxn modelId="{B1743DF5-1264-49D2-ACE1-55E110F0EB05}" type="presParOf" srcId="{C2427D52-F0C5-4174-9CC3-A9DC1EAC4370}" destId="{541C269C-4A17-41EB-801E-ACA594ED219E}" srcOrd="1" destOrd="0" presId="urn:microsoft.com/office/officeart/2018/2/layout/IconVerticalSolidList"/>
    <dgm:cxn modelId="{14F25BD0-B39F-4AB4-A336-2238F20B4FBB}" type="presParOf" srcId="{C2427D52-F0C5-4174-9CC3-A9DC1EAC4370}" destId="{1CDA42E5-DE84-4B27-B0A4-0420E8380FCA}" srcOrd="2" destOrd="0" presId="urn:microsoft.com/office/officeart/2018/2/layout/IconVerticalSolidList"/>
    <dgm:cxn modelId="{C23D26E1-2D8A-48D5-9041-20B9C2E23D52}" type="presParOf" srcId="{C2427D52-F0C5-4174-9CC3-A9DC1EAC4370}" destId="{A77A68C3-3926-4F2B-A084-CE15AA88A9B6}" srcOrd="3" destOrd="0" presId="urn:microsoft.com/office/officeart/2018/2/layout/IconVerticalSolidList"/>
    <dgm:cxn modelId="{B7443F94-07A2-43A2-A04D-D2563CD9CA4B}" type="presParOf" srcId="{0819151F-48FF-4C87-9D57-3D78BD03101F}" destId="{6C603202-789A-4B7A-8C72-59BF21E658A8}" srcOrd="3" destOrd="0" presId="urn:microsoft.com/office/officeart/2018/2/layout/IconVerticalSolidList"/>
    <dgm:cxn modelId="{A4649487-8AA1-4768-8FFE-1EE4A326F45A}" type="presParOf" srcId="{0819151F-48FF-4C87-9D57-3D78BD03101F}" destId="{62A67C37-F550-4E94-8C3D-012162BC5C16}" srcOrd="4" destOrd="0" presId="urn:microsoft.com/office/officeart/2018/2/layout/IconVerticalSolidList"/>
    <dgm:cxn modelId="{C4F92920-55FE-40AC-B943-9135F68302CB}" type="presParOf" srcId="{62A67C37-F550-4E94-8C3D-012162BC5C16}" destId="{52B807FB-F886-4A9A-ABBD-BE0114515D3B}" srcOrd="0" destOrd="0" presId="urn:microsoft.com/office/officeart/2018/2/layout/IconVerticalSolidList"/>
    <dgm:cxn modelId="{48A088E8-460E-41A5-8931-392BA1A29E0B}" type="presParOf" srcId="{62A67C37-F550-4E94-8C3D-012162BC5C16}" destId="{36677916-E849-4BDC-98D2-10A244E2C664}" srcOrd="1" destOrd="0" presId="urn:microsoft.com/office/officeart/2018/2/layout/IconVerticalSolidList"/>
    <dgm:cxn modelId="{B6D7171B-FF14-4F33-97AE-18D03E6CD62A}" type="presParOf" srcId="{62A67C37-F550-4E94-8C3D-012162BC5C16}" destId="{907D1BA0-54D3-4E58-AD71-84FF103B826A}" srcOrd="2" destOrd="0" presId="urn:microsoft.com/office/officeart/2018/2/layout/IconVerticalSolidList"/>
    <dgm:cxn modelId="{FD6225B5-4B66-4AEA-A9FC-7A51698EAEB8}" type="presParOf" srcId="{62A67C37-F550-4E94-8C3D-012162BC5C16}" destId="{4EC067E8-354F-4940-A61A-C1F3DDFC0AF4}" srcOrd="3" destOrd="0" presId="urn:microsoft.com/office/officeart/2018/2/layout/IconVerticalSolidList"/>
    <dgm:cxn modelId="{258A253F-81F5-4EB8-9A21-4BBBEC81B76B}" type="presParOf" srcId="{0819151F-48FF-4C87-9D57-3D78BD03101F}" destId="{29EB72A1-4D73-4C13-90B4-C785EBD5C5B4}" srcOrd="5" destOrd="0" presId="urn:microsoft.com/office/officeart/2018/2/layout/IconVerticalSolidList"/>
    <dgm:cxn modelId="{20F923AB-8385-49D5-9C33-B872A7D43FF1}" type="presParOf" srcId="{0819151F-48FF-4C87-9D57-3D78BD03101F}" destId="{DB35736E-489A-4910-B47E-7D901646F051}" srcOrd="6" destOrd="0" presId="urn:microsoft.com/office/officeart/2018/2/layout/IconVerticalSolidList"/>
    <dgm:cxn modelId="{B85C2935-CEF0-4938-AC66-741FBE4BAF51}" type="presParOf" srcId="{DB35736E-489A-4910-B47E-7D901646F051}" destId="{EA766755-1932-4DAC-9185-97188BE30646}" srcOrd="0" destOrd="0" presId="urn:microsoft.com/office/officeart/2018/2/layout/IconVerticalSolidList"/>
    <dgm:cxn modelId="{0D413D6B-724A-4476-ADB9-74337CF4553F}" type="presParOf" srcId="{DB35736E-489A-4910-B47E-7D901646F051}" destId="{33C727C5-8E05-45B8-AE86-947DB78F96C9}" srcOrd="1" destOrd="0" presId="urn:microsoft.com/office/officeart/2018/2/layout/IconVerticalSolidList"/>
    <dgm:cxn modelId="{E264DF51-0F9F-4CB8-9327-EA494D2944D7}" type="presParOf" srcId="{DB35736E-489A-4910-B47E-7D901646F051}" destId="{C99EB59D-BC22-4E5F-8396-A91D352BC799}" srcOrd="2" destOrd="0" presId="urn:microsoft.com/office/officeart/2018/2/layout/IconVerticalSolidList"/>
    <dgm:cxn modelId="{029D1955-2FEF-4522-85B4-6A53AFFDB7F3}" type="presParOf" srcId="{DB35736E-489A-4910-B47E-7D901646F051}" destId="{692E167B-3036-4A49-9B05-253050D1E6D5}" srcOrd="3" destOrd="0" presId="urn:microsoft.com/office/officeart/2018/2/layout/IconVerticalSolidList"/>
    <dgm:cxn modelId="{FEBFF5E8-04B6-45FB-8865-1EB9F63CF25B}" type="presParOf" srcId="{0819151F-48FF-4C87-9D57-3D78BD03101F}" destId="{615E7F96-2DB1-4CC7-8BD2-65D76DADE5A5}" srcOrd="7" destOrd="0" presId="urn:microsoft.com/office/officeart/2018/2/layout/IconVerticalSolidList"/>
    <dgm:cxn modelId="{15849EE8-B295-4B00-8CC5-C5C848F57F09}" type="presParOf" srcId="{0819151F-48FF-4C87-9D57-3D78BD03101F}" destId="{6B5537CE-0E40-4F85-8E80-8C28985EFCF2}" srcOrd="8" destOrd="0" presId="urn:microsoft.com/office/officeart/2018/2/layout/IconVerticalSolidList"/>
    <dgm:cxn modelId="{61CB0D43-C6D7-43E0-855A-B3AEA9FA79DB}" type="presParOf" srcId="{6B5537CE-0E40-4F85-8E80-8C28985EFCF2}" destId="{01D4D87E-7C14-4998-9C28-7055E12A89D0}" srcOrd="0" destOrd="0" presId="urn:microsoft.com/office/officeart/2018/2/layout/IconVerticalSolidList"/>
    <dgm:cxn modelId="{66075032-E4EB-4012-B31B-DC25604F5A95}" type="presParOf" srcId="{6B5537CE-0E40-4F85-8E80-8C28985EFCF2}" destId="{A6DA5BA9-AF39-4E34-914B-22684BC994FA}" srcOrd="1" destOrd="0" presId="urn:microsoft.com/office/officeart/2018/2/layout/IconVerticalSolidList"/>
    <dgm:cxn modelId="{F4DD5488-E5B7-4D82-9D37-10CF1B0A2089}" type="presParOf" srcId="{6B5537CE-0E40-4F85-8E80-8C28985EFCF2}" destId="{E0AF103E-F664-4E21-A11E-A5A0CF6E1A57}" srcOrd="2" destOrd="0" presId="urn:microsoft.com/office/officeart/2018/2/layout/IconVerticalSolidList"/>
    <dgm:cxn modelId="{C530D512-B1AF-4016-B5A1-3725FB940D26}" type="presParOf" srcId="{6B5537CE-0E40-4F85-8E80-8C28985EFCF2}" destId="{300A44A8-CD49-4371-BD98-4FA8C07B79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0D85A-C061-4209-97CF-0248E4413A19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B9FF3-122E-437A-8EB5-27E0ADAE6CAC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0DE81-BB83-4B2D-AC29-F170BAEDFB23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API </a:t>
          </a:r>
          <a:r>
            <a:rPr lang="es-MX" sz="1800" kern="1200" dirty="0">
              <a:sym typeface="Wingdings" panose="05000000000000000000" pitchFamily="2" charset="2"/>
            </a:rPr>
            <a:t></a:t>
          </a:r>
          <a:r>
            <a:rPr lang="es-MX" sz="1800" kern="1200" dirty="0"/>
            <a:t> Application Programming Interface (Interfaz de Programación de Aplicaciones).</a:t>
          </a:r>
          <a:endParaRPr lang="en-US" sz="1800" kern="1200" dirty="0"/>
        </a:p>
      </dsp:txBody>
      <dsp:txXfrm>
        <a:off x="1312541" y="1640565"/>
        <a:ext cx="2148945" cy="911674"/>
      </dsp:txXfrm>
    </dsp:sp>
    <dsp:sp modelId="{F61E4D9F-4288-4C3F-B341-E8653829F985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8DA17-8861-440E-ADFB-D735101E6117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3B440-9E90-4CE6-895C-37B96FBE2B67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Es un conjunto de reglas y definiciones que permiten que diferentes programas o sistemas se comuniquen entre sí.</a:t>
          </a:r>
          <a:endParaRPr lang="en-US" sz="1800" kern="1200" dirty="0"/>
        </a:p>
      </dsp:txBody>
      <dsp:txXfrm>
        <a:off x="4942957" y="1640565"/>
        <a:ext cx="2148945" cy="911674"/>
      </dsp:txXfrm>
    </dsp:sp>
    <dsp:sp modelId="{24823780-C9FB-4F85-BD79-83645C5D38E8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D9882-2227-4F80-85AF-23F098FA9CDB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15F53-14E0-496D-AB3D-F561ADB9DA25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Un ejemplo es en la aplicación del clima, esta no calcula las predicciones por si misma, sino que consume APIs relacionadas al servicio que devuelven los datos a mostrar.</a:t>
          </a:r>
          <a:endParaRPr lang="en-US" sz="1800" kern="1200" dirty="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0520CD-CDF7-4334-8061-01819D8A45AC}">
      <dsp:nvSpPr>
        <dsp:cNvPr id="0" name=""/>
        <dsp:cNvSpPr/>
      </dsp:nvSpPr>
      <dsp:spPr>
        <a:xfrm>
          <a:off x="0" y="2277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27711-2E80-4ADA-8182-5664874DA77E}">
      <dsp:nvSpPr>
        <dsp:cNvPr id="0" name=""/>
        <dsp:cNvSpPr/>
      </dsp:nvSpPr>
      <dsp:spPr>
        <a:xfrm>
          <a:off x="349107" y="261943"/>
          <a:ext cx="634740" cy="6347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5EAAA-327D-44F1-97BB-A5C4C0F71A12}">
      <dsp:nvSpPr>
        <dsp:cNvPr id="0" name=""/>
        <dsp:cNvSpPr/>
      </dsp:nvSpPr>
      <dsp:spPr>
        <a:xfrm>
          <a:off x="1332954" y="2277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Desarrollo de aplicaciones web y móviles.</a:t>
          </a:r>
          <a:endParaRPr lang="en-US" sz="2200" kern="1200"/>
        </a:p>
      </dsp:txBody>
      <dsp:txXfrm>
        <a:off x="1332954" y="2277"/>
        <a:ext cx="4545557" cy="1154072"/>
      </dsp:txXfrm>
    </dsp:sp>
    <dsp:sp modelId="{0F823F5D-632A-4CEF-B55A-5A202D5B2EEC}">
      <dsp:nvSpPr>
        <dsp:cNvPr id="0" name=""/>
        <dsp:cNvSpPr/>
      </dsp:nvSpPr>
      <dsp:spPr>
        <a:xfrm>
          <a:off x="0" y="1444868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142B2-3CB6-46DF-8BCF-33D16F1ED69A}">
      <dsp:nvSpPr>
        <dsp:cNvPr id="0" name=""/>
        <dsp:cNvSpPr/>
      </dsp:nvSpPr>
      <dsp:spPr>
        <a:xfrm>
          <a:off x="349107" y="1704534"/>
          <a:ext cx="634740" cy="6347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29045-A7E3-4ACE-BF21-C4941C5F8F73}">
      <dsp:nvSpPr>
        <dsp:cNvPr id="0" name=""/>
        <dsp:cNvSpPr/>
      </dsp:nvSpPr>
      <dsp:spPr>
        <a:xfrm>
          <a:off x="1332954" y="1444868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Integración entre servicios (PayPal con una tienda en línea).</a:t>
          </a:r>
          <a:endParaRPr lang="en-US" sz="2200" kern="1200"/>
        </a:p>
      </dsp:txBody>
      <dsp:txXfrm>
        <a:off x="1332954" y="1444868"/>
        <a:ext cx="4545557" cy="1154072"/>
      </dsp:txXfrm>
    </dsp:sp>
    <dsp:sp modelId="{8A8BAA4A-D79E-45A9-9593-D8456EAD5413}">
      <dsp:nvSpPr>
        <dsp:cNvPr id="0" name=""/>
        <dsp:cNvSpPr/>
      </dsp:nvSpPr>
      <dsp:spPr>
        <a:xfrm>
          <a:off x="0" y="2887459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CE88D-E0EB-468F-A652-8FF4065E7D21}">
      <dsp:nvSpPr>
        <dsp:cNvPr id="0" name=""/>
        <dsp:cNvSpPr/>
      </dsp:nvSpPr>
      <dsp:spPr>
        <a:xfrm>
          <a:off x="349107" y="3147125"/>
          <a:ext cx="634740" cy="6347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E25DA-772B-431A-8678-A8417B4A6AD3}">
      <dsp:nvSpPr>
        <dsp:cNvPr id="0" name=""/>
        <dsp:cNvSpPr/>
      </dsp:nvSpPr>
      <dsp:spPr>
        <a:xfrm>
          <a:off x="1332954" y="2887459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Automatización de procesos.</a:t>
          </a:r>
          <a:endParaRPr lang="en-US" sz="2200" kern="1200"/>
        </a:p>
      </dsp:txBody>
      <dsp:txXfrm>
        <a:off x="1332954" y="2887459"/>
        <a:ext cx="4545557" cy="1154072"/>
      </dsp:txXfrm>
    </dsp:sp>
    <dsp:sp modelId="{8262D57F-4A3A-4B5D-A4E8-067A0AC17D61}">
      <dsp:nvSpPr>
        <dsp:cNvPr id="0" name=""/>
        <dsp:cNvSpPr/>
      </dsp:nvSpPr>
      <dsp:spPr>
        <a:xfrm>
          <a:off x="0" y="4330050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6E120-D547-4EA4-A2C2-1C2B87B2F5D2}">
      <dsp:nvSpPr>
        <dsp:cNvPr id="0" name=""/>
        <dsp:cNvSpPr/>
      </dsp:nvSpPr>
      <dsp:spPr>
        <a:xfrm>
          <a:off x="349107" y="4589716"/>
          <a:ext cx="634740" cy="6347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750EA-8599-40C4-A00C-16E3AEBEF034}">
      <dsp:nvSpPr>
        <dsp:cNvPr id="0" name=""/>
        <dsp:cNvSpPr/>
      </dsp:nvSpPr>
      <dsp:spPr>
        <a:xfrm>
          <a:off x="1332954" y="4330050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Videojuegos, análisis de datos, etc</a:t>
          </a:r>
          <a:endParaRPr lang="en-US" sz="2200" kern="1200"/>
        </a:p>
      </dsp:txBody>
      <dsp:txXfrm>
        <a:off x="1332954" y="4330050"/>
        <a:ext cx="4545557" cy="11540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14D33-3DB6-4F57-93BD-263C68C59F39}">
      <dsp:nvSpPr>
        <dsp:cNvPr id="0" name=""/>
        <dsp:cNvSpPr/>
      </dsp:nvSpPr>
      <dsp:spPr>
        <a:xfrm>
          <a:off x="1881123" y="1506"/>
          <a:ext cx="2116264" cy="8773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JavaScript (Node.js, Express)</a:t>
          </a:r>
          <a:endParaRPr lang="en-US" sz="1900" kern="1200"/>
        </a:p>
      </dsp:txBody>
      <dsp:txXfrm>
        <a:off x="1923951" y="44334"/>
        <a:ext cx="2030608" cy="791685"/>
      </dsp:txXfrm>
    </dsp:sp>
    <dsp:sp modelId="{4D896A85-4CD0-4186-A8BB-957760275B5E}">
      <dsp:nvSpPr>
        <dsp:cNvPr id="0" name=""/>
        <dsp:cNvSpPr/>
      </dsp:nvSpPr>
      <dsp:spPr>
        <a:xfrm>
          <a:off x="1881123" y="922715"/>
          <a:ext cx="2116264" cy="877341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Python (Flask, Django)</a:t>
          </a:r>
          <a:endParaRPr lang="en-US" sz="1900" kern="1200"/>
        </a:p>
      </dsp:txBody>
      <dsp:txXfrm>
        <a:off x="1923951" y="965543"/>
        <a:ext cx="2030608" cy="791685"/>
      </dsp:txXfrm>
    </dsp:sp>
    <dsp:sp modelId="{2915796F-3797-4960-943E-BACC7F78C603}">
      <dsp:nvSpPr>
        <dsp:cNvPr id="0" name=""/>
        <dsp:cNvSpPr/>
      </dsp:nvSpPr>
      <dsp:spPr>
        <a:xfrm>
          <a:off x="1881123" y="1843924"/>
          <a:ext cx="2116264" cy="877341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Java (Spring Boot)</a:t>
          </a:r>
          <a:endParaRPr lang="en-US" sz="1900" kern="1200"/>
        </a:p>
      </dsp:txBody>
      <dsp:txXfrm>
        <a:off x="1923951" y="1886752"/>
        <a:ext cx="2030608" cy="791685"/>
      </dsp:txXfrm>
    </dsp:sp>
    <dsp:sp modelId="{A2A07E9C-6723-4272-B9AA-48C121C6F441}">
      <dsp:nvSpPr>
        <dsp:cNvPr id="0" name=""/>
        <dsp:cNvSpPr/>
      </dsp:nvSpPr>
      <dsp:spPr>
        <a:xfrm>
          <a:off x="1881123" y="2765133"/>
          <a:ext cx="2116264" cy="877341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C# (.NET CORE)</a:t>
          </a:r>
          <a:endParaRPr lang="en-US" sz="1900" kern="1200"/>
        </a:p>
      </dsp:txBody>
      <dsp:txXfrm>
        <a:off x="1923951" y="2807961"/>
        <a:ext cx="2030608" cy="791685"/>
      </dsp:txXfrm>
    </dsp:sp>
    <dsp:sp modelId="{C5B4B088-E17E-44DB-B5E6-F67EAA9FD527}">
      <dsp:nvSpPr>
        <dsp:cNvPr id="0" name=""/>
        <dsp:cNvSpPr/>
      </dsp:nvSpPr>
      <dsp:spPr>
        <a:xfrm>
          <a:off x="1881123" y="3686342"/>
          <a:ext cx="2116264" cy="877341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PHP (Laravel, Symfony)</a:t>
          </a:r>
          <a:endParaRPr lang="en-US" sz="1900" kern="1200"/>
        </a:p>
      </dsp:txBody>
      <dsp:txXfrm>
        <a:off x="1923951" y="3729170"/>
        <a:ext cx="2030608" cy="791685"/>
      </dsp:txXfrm>
    </dsp:sp>
    <dsp:sp modelId="{8E7DFB2C-FC33-4377-BA1E-119BF05A59B8}">
      <dsp:nvSpPr>
        <dsp:cNvPr id="0" name=""/>
        <dsp:cNvSpPr/>
      </dsp:nvSpPr>
      <dsp:spPr>
        <a:xfrm>
          <a:off x="1881123" y="4607551"/>
          <a:ext cx="2116264" cy="87734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Go, Ruby, Rust, etc</a:t>
          </a:r>
          <a:endParaRPr lang="en-US" sz="1900" kern="1200"/>
        </a:p>
      </dsp:txBody>
      <dsp:txXfrm>
        <a:off x="1923951" y="4650379"/>
        <a:ext cx="2030608" cy="7916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7BCDEC-C722-4E8D-BE51-65C4ED3FD7EB}">
      <dsp:nvSpPr>
        <dsp:cNvPr id="0" name=""/>
        <dsp:cNvSpPr/>
      </dsp:nvSpPr>
      <dsp:spPr>
        <a:xfrm>
          <a:off x="0" y="5308"/>
          <a:ext cx="6301601" cy="11979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9AF90-4477-4E0D-90B6-2AD102C2E3EC}">
      <dsp:nvSpPr>
        <dsp:cNvPr id="0" name=""/>
        <dsp:cNvSpPr/>
      </dsp:nvSpPr>
      <dsp:spPr>
        <a:xfrm>
          <a:off x="362386" y="274851"/>
          <a:ext cx="659528" cy="658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92E18-1CD2-4421-B293-2EE3DA28961E}">
      <dsp:nvSpPr>
        <dsp:cNvPr id="0" name=""/>
        <dsp:cNvSpPr/>
      </dsp:nvSpPr>
      <dsp:spPr>
        <a:xfrm>
          <a:off x="1384302" y="5308"/>
          <a:ext cx="4895980" cy="1235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47" tIns="130747" rIns="130747" bIns="1307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REST (</a:t>
          </a:r>
          <a:r>
            <a:rPr lang="es-MX" sz="1400" kern="1200" dirty="0" err="1"/>
            <a:t>Representational</a:t>
          </a:r>
          <a:r>
            <a:rPr lang="es-MX" sz="1400" kern="1200" dirty="0"/>
            <a:t> </a:t>
          </a:r>
          <a:r>
            <a:rPr lang="es-MX" sz="1400" kern="1200" dirty="0" err="1"/>
            <a:t>State</a:t>
          </a:r>
          <a:r>
            <a:rPr lang="es-MX" sz="1400" kern="1200" dirty="0"/>
            <a:t> Transfer): Es un estilo arquitectónico para desarrollar APIs, utiliza HTTP como protocolo principal, trabaja con recursos representados por </a:t>
          </a:r>
          <a:r>
            <a:rPr lang="es-MX" sz="1400" kern="1200" dirty="0" err="1"/>
            <a:t>URLs</a:t>
          </a:r>
          <a:r>
            <a:rPr lang="es-MX" sz="1400" kern="1200" dirty="0"/>
            <a:t>. Este es ligero, rápido y escalable. Es el más usado en aplicaciones modernas.</a:t>
          </a:r>
          <a:endParaRPr lang="en-US" sz="1400" kern="1200" dirty="0"/>
        </a:p>
      </dsp:txBody>
      <dsp:txXfrm>
        <a:off x="1384302" y="5308"/>
        <a:ext cx="4895980" cy="1235409"/>
      </dsp:txXfrm>
    </dsp:sp>
    <dsp:sp modelId="{7A7E119E-1FC0-4B89-852B-24F8F1D59BF9}">
      <dsp:nvSpPr>
        <dsp:cNvPr id="0" name=""/>
        <dsp:cNvSpPr/>
      </dsp:nvSpPr>
      <dsp:spPr>
        <a:xfrm>
          <a:off x="0" y="1549569"/>
          <a:ext cx="6301601" cy="11979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F7178-1AF1-4716-8C8D-0E19BF3820CB}">
      <dsp:nvSpPr>
        <dsp:cNvPr id="0" name=""/>
        <dsp:cNvSpPr/>
      </dsp:nvSpPr>
      <dsp:spPr>
        <a:xfrm>
          <a:off x="362386" y="1819113"/>
          <a:ext cx="659528" cy="658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A6125-78C8-48A9-809C-54B03B18FA73}">
      <dsp:nvSpPr>
        <dsp:cNvPr id="0" name=""/>
        <dsp:cNvSpPr/>
      </dsp:nvSpPr>
      <dsp:spPr>
        <a:xfrm>
          <a:off x="1384302" y="1549569"/>
          <a:ext cx="4895980" cy="1235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47" tIns="130747" rIns="130747" bIns="1307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SOAP (Simple Object Access Protocol): Es un protocolo basado en mensajes, usa XML para la transferencia de datos (lo que lo vuelve más pesado y complejo), aunque posee una mayor seguridad y estandarización en el intercambio de información, suele usarse en sectores críticos como los de finanzas.</a:t>
          </a:r>
          <a:endParaRPr lang="en-US" sz="1400" kern="1200"/>
        </a:p>
      </dsp:txBody>
      <dsp:txXfrm>
        <a:off x="1384302" y="1549569"/>
        <a:ext cx="4895980" cy="1235409"/>
      </dsp:txXfrm>
    </dsp:sp>
    <dsp:sp modelId="{FC109399-DA8A-4EB5-9E53-34220465542D}">
      <dsp:nvSpPr>
        <dsp:cNvPr id="0" name=""/>
        <dsp:cNvSpPr/>
      </dsp:nvSpPr>
      <dsp:spPr>
        <a:xfrm>
          <a:off x="0" y="3093830"/>
          <a:ext cx="6301601" cy="11979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BB343-2994-4FD0-AB9B-FA9C725579B5}">
      <dsp:nvSpPr>
        <dsp:cNvPr id="0" name=""/>
        <dsp:cNvSpPr/>
      </dsp:nvSpPr>
      <dsp:spPr>
        <a:xfrm>
          <a:off x="362386" y="3363374"/>
          <a:ext cx="659528" cy="6588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203DE-BEF7-4308-A33F-9EF01ECC5EB4}">
      <dsp:nvSpPr>
        <dsp:cNvPr id="0" name=""/>
        <dsp:cNvSpPr/>
      </dsp:nvSpPr>
      <dsp:spPr>
        <a:xfrm>
          <a:off x="1384302" y="3093830"/>
          <a:ext cx="4895980" cy="1235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47" tIns="130747" rIns="130747" bIns="1307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 err="1"/>
            <a:t>GraphQL</a:t>
          </a:r>
          <a:r>
            <a:rPr lang="es-MX" sz="1400" kern="1200" dirty="0"/>
            <a:t>: Es un lenguaje de consulta para APIs, se ejecuta sobre HTTP y permite a los clientes solicitar exactamente los datos que necesitan, evitando la sobrecarga de datos.</a:t>
          </a:r>
          <a:endParaRPr lang="en-US" sz="1400" kern="1200" dirty="0"/>
        </a:p>
      </dsp:txBody>
      <dsp:txXfrm>
        <a:off x="1384302" y="3093830"/>
        <a:ext cx="4895980" cy="1235409"/>
      </dsp:txXfrm>
    </dsp:sp>
    <dsp:sp modelId="{C4469391-A1B4-47C2-BC6C-FFA2870BEE8C}">
      <dsp:nvSpPr>
        <dsp:cNvPr id="0" name=""/>
        <dsp:cNvSpPr/>
      </dsp:nvSpPr>
      <dsp:spPr>
        <a:xfrm>
          <a:off x="0" y="4638091"/>
          <a:ext cx="6301601" cy="11979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F4216-BD35-416C-8885-0690CB543FEC}">
      <dsp:nvSpPr>
        <dsp:cNvPr id="0" name=""/>
        <dsp:cNvSpPr/>
      </dsp:nvSpPr>
      <dsp:spPr>
        <a:xfrm>
          <a:off x="362386" y="4907635"/>
          <a:ext cx="659528" cy="6588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0946D-2F4F-4A6C-B302-373196B2DDDE}">
      <dsp:nvSpPr>
        <dsp:cNvPr id="0" name=""/>
        <dsp:cNvSpPr/>
      </dsp:nvSpPr>
      <dsp:spPr>
        <a:xfrm>
          <a:off x="1384302" y="4638091"/>
          <a:ext cx="4895980" cy="1235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47" tIns="130747" rIns="130747" bIns="1307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 err="1"/>
            <a:t>WebSockets</a:t>
          </a:r>
          <a:r>
            <a:rPr lang="es-MX" sz="1400" kern="1200" dirty="0"/>
            <a:t> y SSE (Server-</a:t>
          </a:r>
          <a:r>
            <a:rPr lang="es-MX" sz="1400" kern="1200" dirty="0" err="1"/>
            <a:t>Sent</a:t>
          </a:r>
          <a:r>
            <a:rPr lang="es-MX" sz="1400" kern="1200" dirty="0"/>
            <a:t> </a:t>
          </a:r>
          <a:r>
            <a:rPr lang="es-MX" sz="1400" kern="1200" dirty="0" err="1"/>
            <a:t>Events</a:t>
          </a:r>
          <a:r>
            <a:rPr lang="es-MX" sz="1400" kern="1200" dirty="0"/>
            <a:t>): Es un protocolo para una comunicación bidireccional y en tiempo real, este permite al servidor enviar datos al cliente sin que este los solicite, ideal para aplicaciones que requieran actualizaciones constantes.</a:t>
          </a:r>
          <a:endParaRPr lang="en-US" sz="1400" kern="1200" dirty="0"/>
        </a:p>
      </dsp:txBody>
      <dsp:txXfrm>
        <a:off x="1384302" y="4638091"/>
        <a:ext cx="4895980" cy="12354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2E714-11E4-4A66-9342-D060AC81937A}">
      <dsp:nvSpPr>
        <dsp:cNvPr id="0" name=""/>
        <dsp:cNvSpPr/>
      </dsp:nvSpPr>
      <dsp:spPr>
        <a:xfrm>
          <a:off x="60995" y="1999"/>
          <a:ext cx="2741200" cy="16447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GET </a:t>
          </a:r>
          <a:r>
            <a:rPr lang="es-MX" sz="2500" kern="1200">
              <a:sym typeface="Wingdings" panose="05000000000000000000" pitchFamily="2" charset="2"/>
            </a:rPr>
            <a:t></a:t>
          </a:r>
          <a:r>
            <a:rPr lang="es-MX" sz="2500" kern="1200"/>
            <a:t> Obtiene datos (Solo lectura).</a:t>
          </a:r>
          <a:endParaRPr lang="en-US" sz="2500" kern="1200"/>
        </a:p>
      </dsp:txBody>
      <dsp:txXfrm>
        <a:off x="60995" y="1999"/>
        <a:ext cx="2741200" cy="1644720"/>
      </dsp:txXfrm>
    </dsp:sp>
    <dsp:sp modelId="{3D96FD84-6CDC-4CDE-BD4B-28106409B337}">
      <dsp:nvSpPr>
        <dsp:cNvPr id="0" name=""/>
        <dsp:cNvSpPr/>
      </dsp:nvSpPr>
      <dsp:spPr>
        <a:xfrm>
          <a:off x="3076316" y="1999"/>
          <a:ext cx="2741200" cy="16447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POST </a:t>
          </a:r>
          <a:r>
            <a:rPr lang="es-MX" sz="2500" kern="1200">
              <a:sym typeface="Wingdings" panose="05000000000000000000" pitchFamily="2" charset="2"/>
            </a:rPr>
            <a:t></a:t>
          </a:r>
          <a:r>
            <a:rPr lang="es-MX" sz="2500" kern="1200"/>
            <a:t> Crea un nuevo recurso.</a:t>
          </a:r>
          <a:endParaRPr lang="en-US" sz="2500" kern="1200"/>
        </a:p>
      </dsp:txBody>
      <dsp:txXfrm>
        <a:off x="3076316" y="1999"/>
        <a:ext cx="2741200" cy="1644720"/>
      </dsp:txXfrm>
    </dsp:sp>
    <dsp:sp modelId="{8A449A04-4F14-4881-86FD-EB2314BCF17E}">
      <dsp:nvSpPr>
        <dsp:cNvPr id="0" name=""/>
        <dsp:cNvSpPr/>
      </dsp:nvSpPr>
      <dsp:spPr>
        <a:xfrm>
          <a:off x="60995" y="1920839"/>
          <a:ext cx="2741200" cy="16447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PUT </a:t>
          </a:r>
          <a:r>
            <a:rPr lang="es-MX" sz="2500" kern="1200">
              <a:sym typeface="Wingdings" panose="05000000000000000000" pitchFamily="2" charset="2"/>
            </a:rPr>
            <a:t></a:t>
          </a:r>
          <a:r>
            <a:rPr lang="es-MX" sz="2500" kern="1200"/>
            <a:t> Actualiza un recurso completo.</a:t>
          </a:r>
          <a:endParaRPr lang="en-US" sz="2500" kern="1200"/>
        </a:p>
      </dsp:txBody>
      <dsp:txXfrm>
        <a:off x="60995" y="1920839"/>
        <a:ext cx="2741200" cy="1644720"/>
      </dsp:txXfrm>
    </dsp:sp>
    <dsp:sp modelId="{57189A41-A097-460B-AA9D-62CF800A1699}">
      <dsp:nvSpPr>
        <dsp:cNvPr id="0" name=""/>
        <dsp:cNvSpPr/>
      </dsp:nvSpPr>
      <dsp:spPr>
        <a:xfrm>
          <a:off x="3076316" y="1920839"/>
          <a:ext cx="2741200" cy="16447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PATCH </a:t>
          </a:r>
          <a:r>
            <a:rPr lang="es-MX" sz="2500" kern="1200">
              <a:sym typeface="Wingdings" panose="05000000000000000000" pitchFamily="2" charset="2"/>
            </a:rPr>
            <a:t></a:t>
          </a:r>
          <a:r>
            <a:rPr lang="es-MX" sz="2500" kern="1200"/>
            <a:t> Actualiza parcialmente un recurso.</a:t>
          </a:r>
          <a:endParaRPr lang="en-US" sz="2500" kern="1200"/>
        </a:p>
      </dsp:txBody>
      <dsp:txXfrm>
        <a:off x="3076316" y="1920839"/>
        <a:ext cx="2741200" cy="1644720"/>
      </dsp:txXfrm>
    </dsp:sp>
    <dsp:sp modelId="{6C955D5E-C55B-471B-83F5-530DEEC7EA55}">
      <dsp:nvSpPr>
        <dsp:cNvPr id="0" name=""/>
        <dsp:cNvSpPr/>
      </dsp:nvSpPr>
      <dsp:spPr>
        <a:xfrm>
          <a:off x="60995" y="3839680"/>
          <a:ext cx="2741200" cy="16447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DELETE </a:t>
          </a:r>
          <a:r>
            <a:rPr lang="es-MX" sz="2500" kern="1200">
              <a:sym typeface="Wingdings" panose="05000000000000000000" pitchFamily="2" charset="2"/>
            </a:rPr>
            <a:t></a:t>
          </a:r>
          <a:r>
            <a:rPr lang="es-MX" sz="2500" kern="1200"/>
            <a:t> Elimina un recurso.</a:t>
          </a:r>
          <a:endParaRPr lang="en-US" sz="2500" kern="1200"/>
        </a:p>
      </dsp:txBody>
      <dsp:txXfrm>
        <a:off x="60995" y="3839680"/>
        <a:ext cx="2741200" cy="1644720"/>
      </dsp:txXfrm>
    </dsp:sp>
    <dsp:sp modelId="{E9D2304E-EC69-47B0-BB64-7E56A89B6F96}">
      <dsp:nvSpPr>
        <dsp:cNvPr id="0" name=""/>
        <dsp:cNvSpPr/>
      </dsp:nvSpPr>
      <dsp:spPr>
        <a:xfrm>
          <a:off x="3076316" y="3839680"/>
          <a:ext cx="2741200" cy="16447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OPTIONS </a:t>
          </a:r>
          <a:r>
            <a:rPr lang="es-MX" sz="2500" kern="1200" dirty="0">
              <a:sym typeface="Wingdings" panose="05000000000000000000" pitchFamily="2" charset="2"/>
            </a:rPr>
            <a:t></a:t>
          </a:r>
          <a:r>
            <a:rPr lang="es-MX" sz="2500" kern="1200" dirty="0"/>
            <a:t> Saber que opciones permite un endpoint</a:t>
          </a:r>
          <a:endParaRPr lang="en-US" sz="2500" kern="1200" dirty="0"/>
        </a:p>
      </dsp:txBody>
      <dsp:txXfrm>
        <a:off x="3076316" y="3839680"/>
        <a:ext cx="2741200" cy="16447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56EBF-F021-4167-83FE-8BE2B6F94FE5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3EEAF-CC99-4315-9160-1FC509CC5114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E7965-83E0-4C29-9B72-C6E1489B94EA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Google Maps API </a:t>
          </a:r>
          <a:r>
            <a:rPr lang="es-MX" sz="1900" kern="1200">
              <a:sym typeface="Wingdings" panose="05000000000000000000" pitchFamily="2" charset="2"/>
            </a:rPr>
            <a:t></a:t>
          </a:r>
          <a:r>
            <a:rPr lang="es-MX" sz="1900" kern="1200"/>
            <a:t> Usado para mapas y geolocalización.</a:t>
          </a:r>
          <a:endParaRPr lang="en-US" sz="1900" kern="1200"/>
        </a:p>
      </dsp:txBody>
      <dsp:txXfrm>
        <a:off x="1129902" y="4592"/>
        <a:ext cx="5171698" cy="978270"/>
      </dsp:txXfrm>
    </dsp:sp>
    <dsp:sp modelId="{95F4E2E9-66F5-461F-896B-EFC2DC218928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C269C-4A17-41EB-801E-ACA594ED219E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A68C3-3926-4F2B-A084-CE15AA88A9B6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Spotify API </a:t>
          </a:r>
          <a:r>
            <a:rPr lang="es-MX" sz="1900" kern="1200">
              <a:sym typeface="Wingdings" panose="05000000000000000000" pitchFamily="2" charset="2"/>
            </a:rPr>
            <a:t></a:t>
          </a:r>
          <a:r>
            <a:rPr lang="es-MX" sz="1900" kern="1200"/>
            <a:t> Usado para acceder a canciones, playlist y artistas.</a:t>
          </a:r>
          <a:endParaRPr lang="en-US" sz="1900" kern="1200"/>
        </a:p>
      </dsp:txBody>
      <dsp:txXfrm>
        <a:off x="1129902" y="1227431"/>
        <a:ext cx="5171698" cy="978270"/>
      </dsp:txXfrm>
    </dsp:sp>
    <dsp:sp modelId="{52B807FB-F886-4A9A-ABBD-BE0114515D3B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77916-E849-4BDC-98D2-10A244E2C664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067E8-354F-4940-A61A-C1F3DDFC0AF4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GitHub API </a:t>
          </a:r>
          <a:r>
            <a:rPr lang="es-MX" sz="1900" kern="1200">
              <a:sym typeface="Wingdings" panose="05000000000000000000" pitchFamily="2" charset="2"/>
            </a:rPr>
            <a:t></a:t>
          </a:r>
          <a:r>
            <a:rPr lang="es-MX" sz="1900" kern="1200"/>
            <a:t> Usado para repositorios, issues y commits.</a:t>
          </a:r>
          <a:endParaRPr lang="en-US" sz="1900" kern="1200"/>
        </a:p>
      </dsp:txBody>
      <dsp:txXfrm>
        <a:off x="1129902" y="2450269"/>
        <a:ext cx="5171698" cy="978270"/>
      </dsp:txXfrm>
    </dsp:sp>
    <dsp:sp modelId="{EA766755-1932-4DAC-9185-97188BE30646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727C5-8E05-45B8-AE86-947DB78F96C9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E167B-3036-4A49-9B05-253050D1E6D5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OpenWeather API </a:t>
          </a:r>
          <a:r>
            <a:rPr lang="es-MX" sz="1900" kern="1200">
              <a:sym typeface="Wingdings" panose="05000000000000000000" pitchFamily="2" charset="2"/>
            </a:rPr>
            <a:t></a:t>
          </a:r>
          <a:r>
            <a:rPr lang="es-MX" sz="1900" kern="1200"/>
            <a:t> Usado para datos meteorológicos.</a:t>
          </a:r>
          <a:endParaRPr lang="en-US" sz="1900" kern="1200"/>
        </a:p>
      </dsp:txBody>
      <dsp:txXfrm>
        <a:off x="1129902" y="3673107"/>
        <a:ext cx="5171698" cy="978270"/>
      </dsp:txXfrm>
    </dsp:sp>
    <dsp:sp modelId="{01D4D87E-7C14-4998-9C28-7055E12A89D0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A5BA9-AF39-4E34-914B-22684BC994FA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A44A8-CD49-4371-BD98-4FA8C07B79D1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PayPal API </a:t>
          </a:r>
          <a:r>
            <a:rPr lang="es-MX" sz="1900" kern="1200">
              <a:sym typeface="Wingdings" panose="05000000000000000000" pitchFamily="2" charset="2"/>
            </a:rPr>
            <a:t></a:t>
          </a:r>
          <a:r>
            <a:rPr lang="es-MX" sz="1900" kern="1200"/>
            <a:t> Usado para pagos en línea.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FC9F4-174C-EADB-28B5-D3A62A09D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B756B-53BE-E689-CE91-198E6C626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216FEC-A0C7-1724-DAD7-42FD53C5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1EADB-C720-5201-CD78-12362FF4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24464-E6EC-5854-C566-157FB131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754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CF920-F81F-E341-ED7D-AD351F95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C693D1-E2DE-2647-A1AB-B0B5F35B3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6CC03-6847-634C-2665-E98AF40D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F168C-D05B-9EFC-783A-9DC7B104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C4189E-96FD-2EC6-BDB5-6E9C5CBD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310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8C453-0114-08B1-0BB7-2802CD19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B76B17-776D-7470-EE19-484D3F4D5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74C2F-2E9D-75DE-C160-06BDD256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01B14-04FF-1E04-DAC2-4247DB98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9AC50C-2E7A-98DB-263D-BF75BE97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900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7A74F-E1B0-DE1E-1C96-7E40342A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F006D4-1229-A24D-CA8D-9A330F24D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D616AD-5AB4-BFDA-D35B-61C8B2F13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D9B09A-55A1-6B3E-C2E6-A7A57BE7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512DFF-86ED-BEAC-23FB-69FB8B85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597410-AA29-3BA5-520D-43651233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212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C5E26-DD3D-F9E2-B7D6-64AE9090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2D97A7-C424-D6FB-C11D-0FCBB14AB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1A7DDF-D904-6C00-D210-30E3867B8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6D4DA3-2480-D00C-49DB-838874D7D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A670919-5176-DD11-EAD9-093F07C7C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F6778D3-8BF4-E0DE-0A98-161BE494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2D54D1-256B-6AE6-AC2F-98A0E109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DDD19C-AFC8-1F1A-56FA-1F012EE6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583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F1EB4-6532-AD2B-3879-BD718640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24E340-0194-D60C-4101-95ECF0F6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279DAE-562B-A4CA-8CAE-5DA378B8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16D42C-3920-547C-56FF-028149E6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292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9743ED-C4B9-1725-71C0-8A4A3AF4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4C3A6F-557A-DEF3-2337-0F9CDAD6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C27F02-1FDE-435D-DF57-5416231E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01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F7C21-896F-41A9-4542-254ED329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37C7F9-882F-5F66-AE0D-5E34A9B67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3388E3-3AFF-3208-182A-0A9E86CE2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23443C-8A55-73CF-2F81-2891177F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C466D4-E9A5-4664-6226-05E49F1A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D264D8-3B54-E238-91E3-0ED8ECF8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311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38A86-702D-902C-B32C-75440B27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B110DC-05F3-6F46-EDBA-FCC214F4B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554CDD-380D-9239-BB25-ADA4AC2E1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C49520-53E4-05CD-85B5-AA95C58E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42B85-525C-2A72-CA3D-A50AC9EE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2126C2-225D-4119-30B4-798DA291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982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EA07A-CA32-5DD4-8F40-7595E44C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3FFB12-ED21-47F7-6455-FB82B4BC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CE504-E451-849B-6074-6D85A90E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8C220-E882-B59F-4E90-22EBC6A8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91E7E-A811-6951-77C1-7373E4BA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05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4BA05D-4D45-C655-FD8E-5CE7BBF11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7822F1-3B23-9EF4-64FC-13348CC4B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93F8F8-B772-BF57-95EA-EB687E75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D76573-AAF2-FC1C-CFC1-D68B36FF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61577B-9F78-6541-64FC-39C973E0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301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4BB096-375C-2D7F-753F-1AC11B4E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EB5481-7B30-30A7-7588-EC9F20F0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77CFAE-66B9-8AA7-7336-7DA66C945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77363-25EA-4AB2-8541-EF729A0DDD26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E27ED2-3BF3-90ED-498F-15D36E7CF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2CC3D1-123C-5DD5-3D63-6B76789D4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62A7B-A650-4B05-9AE6-69B9BD429FE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196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B4C0B9-BADD-3A21-047E-13E407345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MX" sz="5400">
                <a:solidFill>
                  <a:schemeClr val="bg1"/>
                </a:solidFill>
              </a:rPr>
              <a:t>APIs (APIs Restful)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4E544-C305-71BD-2EE7-C90944ABA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s-MX" sz="2000">
                <a:solidFill>
                  <a:schemeClr val="bg1"/>
                </a:solidFill>
              </a:rPr>
              <a:t>Desarrollo Web Agosto-Diciembre 2025</a:t>
            </a:r>
          </a:p>
          <a:p>
            <a:r>
              <a:rPr lang="es-MX" sz="2000">
                <a:solidFill>
                  <a:schemeClr val="bg1"/>
                </a:solidFill>
              </a:rPr>
              <a:t>Alejandro Rodríguez Rodríguez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817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A35C3C5-288D-3A1F-68F2-8394FB2E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¿Qué es una API?</a:t>
            </a:r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E00265F0-4DA1-CD0F-2591-47C3BD0D14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7732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13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B09C10-0A31-A071-FC04-6950FF3B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¿Dónde se aplica?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CDEFA228-9614-15DD-8A54-B1426A925C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2888625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95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93B2E2-9662-7DCA-E35D-21289DEFD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Lenguajes más usados.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D83582B9-B546-33E5-513F-D283836CE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017705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746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04C157-0B92-CF86-5286-595A5E6E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APIs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0" name="CuadroTexto 2">
            <a:extLst>
              <a:ext uri="{FF2B5EF4-FFF2-40B4-BE49-F238E27FC236}">
                <a16:creationId xmlns:a16="http://schemas.microsoft.com/office/drawing/2014/main" id="{A4B325B6-7C1F-895D-C533-73B45A6EC5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48461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72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23A911-2183-8649-C022-8D10481F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Metodos usados en las APIs Rest (HTTP Verbs)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451B3D8B-F089-69BF-2A7E-E051456644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306270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886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2234F4-9E49-770F-8EE4-339AD411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Ejemplos de APIs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149A55A2-02D7-3A54-D475-0BA57259A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50616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492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437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Tema de Office</vt:lpstr>
      <vt:lpstr>APIs (APIs Restful)</vt:lpstr>
      <vt:lpstr>¿Qué es una API?</vt:lpstr>
      <vt:lpstr>¿Dónde se aplica?</vt:lpstr>
      <vt:lpstr>Lenguajes más usados.</vt:lpstr>
      <vt:lpstr>Tipos de APIs</vt:lpstr>
      <vt:lpstr>Metodos usados en las APIs Rest (HTTP Verbs)</vt:lpstr>
      <vt:lpstr>Ejemplos de APIs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Rdz</dc:creator>
  <cp:lastModifiedBy>Alejandro Rdz</cp:lastModifiedBy>
  <cp:revision>6</cp:revision>
  <dcterms:created xsi:type="dcterms:W3CDTF">2025-10-04T05:27:02Z</dcterms:created>
  <dcterms:modified xsi:type="dcterms:W3CDTF">2025-10-06T21:20:00Z</dcterms:modified>
</cp:coreProperties>
</file>