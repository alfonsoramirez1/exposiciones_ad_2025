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65" r:id="rId6"/>
    <p:sldId id="262" r:id="rId7"/>
    <p:sldId id="259" r:id="rId8"/>
    <p:sldId id="266" r:id="rId9"/>
    <p:sldId id="268" r:id="rId10"/>
    <p:sldId id="267" r:id="rId11"/>
    <p:sldId id="260" r:id="rId12"/>
    <p:sldId id="261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9098EE-DD60-47BB-A305-451AF1F4070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9A4FEF9-8C59-4930-92B4-669FCA9BD420}">
      <dgm:prSet/>
      <dgm:spPr/>
      <dgm:t>
        <a:bodyPr/>
        <a:lstStyle/>
        <a:p>
          <a:pPr>
            <a:defRPr cap="all"/>
          </a:pPr>
          <a:r>
            <a:rPr lang="en-US" dirty="0"/>
            <a:t> Lista de </a:t>
          </a:r>
          <a:r>
            <a:rPr lang="en-US" dirty="0" err="1"/>
            <a:t>tareas</a:t>
          </a:r>
          <a:r>
            <a:rPr lang="en-US" dirty="0"/>
            <a:t> (To-Do List)</a:t>
          </a:r>
        </a:p>
      </dgm:t>
    </dgm:pt>
    <dgm:pt modelId="{2BCF5C98-8E4A-4819-8EC4-1F5EC9FD16F5}" type="parTrans" cxnId="{A1D24652-D53F-4523-8B08-2449425BF504}">
      <dgm:prSet/>
      <dgm:spPr/>
      <dgm:t>
        <a:bodyPr/>
        <a:lstStyle/>
        <a:p>
          <a:endParaRPr lang="en-US"/>
        </a:p>
      </dgm:t>
    </dgm:pt>
    <dgm:pt modelId="{846FF571-3A97-415F-BA3A-C569065273A3}" type="sibTrans" cxnId="{A1D24652-D53F-4523-8B08-2449425BF504}">
      <dgm:prSet/>
      <dgm:spPr/>
      <dgm:t>
        <a:bodyPr/>
        <a:lstStyle/>
        <a:p>
          <a:endParaRPr lang="en-US"/>
        </a:p>
      </dgm:t>
    </dgm:pt>
    <dgm:pt modelId="{3FF3E495-66A4-4A1D-92B4-04D08A864208}">
      <dgm:prSet/>
      <dgm:spPr/>
      <dgm:t>
        <a:bodyPr/>
        <a:lstStyle/>
        <a:p>
          <a:pPr>
            <a:defRPr cap="all"/>
          </a:pPr>
          <a:r>
            <a:rPr lang="en-US"/>
            <a:t>- Calculadora básica</a:t>
          </a:r>
        </a:p>
      </dgm:t>
    </dgm:pt>
    <dgm:pt modelId="{818A8E9B-8D4F-4479-9378-AA17316BED20}" type="parTrans" cxnId="{1F545850-1D18-4B41-8368-2A4B9BB108BB}">
      <dgm:prSet/>
      <dgm:spPr/>
      <dgm:t>
        <a:bodyPr/>
        <a:lstStyle/>
        <a:p>
          <a:endParaRPr lang="en-US"/>
        </a:p>
      </dgm:t>
    </dgm:pt>
    <dgm:pt modelId="{891D2DE4-02EC-4056-911B-852CDEC5FFEA}" type="sibTrans" cxnId="{1F545850-1D18-4B41-8368-2A4B9BB108BB}">
      <dgm:prSet/>
      <dgm:spPr/>
      <dgm:t>
        <a:bodyPr/>
        <a:lstStyle/>
        <a:p>
          <a:endParaRPr lang="en-US"/>
        </a:p>
      </dgm:t>
    </dgm:pt>
    <dgm:pt modelId="{878674CE-6DA5-4A22-9B4E-BB7A1A3A6FA8}">
      <dgm:prSet/>
      <dgm:spPr/>
      <dgm:t>
        <a:bodyPr/>
        <a:lstStyle/>
        <a:p>
          <a:pPr>
            <a:defRPr cap="all"/>
          </a:pPr>
          <a:r>
            <a:rPr lang="en-US" dirty="0"/>
            <a:t> Mini </a:t>
          </a:r>
          <a:r>
            <a:rPr lang="en-US" dirty="0" err="1"/>
            <a:t>página</a:t>
          </a:r>
          <a:r>
            <a:rPr lang="en-US" dirty="0"/>
            <a:t> con </a:t>
          </a:r>
          <a:r>
            <a:rPr lang="en-US" dirty="0" err="1"/>
            <a:t>formulario</a:t>
          </a:r>
          <a:endParaRPr lang="en-US" dirty="0"/>
        </a:p>
      </dgm:t>
    </dgm:pt>
    <dgm:pt modelId="{3BAEF812-2BB4-4D28-8C7E-64C17FE28204}" type="parTrans" cxnId="{A0DB6222-321A-4E6C-A639-7C755E18028D}">
      <dgm:prSet/>
      <dgm:spPr/>
      <dgm:t>
        <a:bodyPr/>
        <a:lstStyle/>
        <a:p>
          <a:endParaRPr lang="en-US"/>
        </a:p>
      </dgm:t>
    </dgm:pt>
    <dgm:pt modelId="{35755A7A-51FD-419C-A3B7-F2C9FB977D48}" type="sibTrans" cxnId="{A0DB6222-321A-4E6C-A639-7C755E18028D}">
      <dgm:prSet/>
      <dgm:spPr/>
      <dgm:t>
        <a:bodyPr/>
        <a:lstStyle/>
        <a:p>
          <a:endParaRPr lang="en-US"/>
        </a:p>
      </dgm:t>
    </dgm:pt>
    <dgm:pt modelId="{C291AA8E-D7B6-4801-88E2-1E2E7EFEC1FE}" type="pres">
      <dgm:prSet presAssocID="{539098EE-DD60-47BB-A305-451AF1F40701}" presName="root" presStyleCnt="0">
        <dgm:presLayoutVars>
          <dgm:dir/>
          <dgm:resizeHandles val="exact"/>
        </dgm:presLayoutVars>
      </dgm:prSet>
      <dgm:spPr/>
    </dgm:pt>
    <dgm:pt modelId="{3F9AE6E6-8758-45DD-B684-4EB58799DCB6}" type="pres">
      <dgm:prSet presAssocID="{29A4FEF9-8C59-4930-92B4-669FCA9BD420}" presName="compNode" presStyleCnt="0"/>
      <dgm:spPr/>
    </dgm:pt>
    <dgm:pt modelId="{A06D99C9-5333-49A9-B069-2BCB64F62BC6}" type="pres">
      <dgm:prSet presAssocID="{29A4FEF9-8C59-4930-92B4-669FCA9BD42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8C484E2-3AD8-4FD9-B942-D872B5CA677F}" type="pres">
      <dgm:prSet presAssocID="{29A4FEF9-8C59-4930-92B4-669FCA9BD4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CE66E152-8029-4433-8C46-BAE1FB5EF6BE}" type="pres">
      <dgm:prSet presAssocID="{29A4FEF9-8C59-4930-92B4-669FCA9BD420}" presName="spaceRect" presStyleCnt="0"/>
      <dgm:spPr/>
    </dgm:pt>
    <dgm:pt modelId="{01466C76-620E-4888-9F00-98B3DA2C08B4}" type="pres">
      <dgm:prSet presAssocID="{29A4FEF9-8C59-4930-92B4-669FCA9BD420}" presName="textRect" presStyleLbl="revTx" presStyleIdx="0" presStyleCnt="3">
        <dgm:presLayoutVars>
          <dgm:chMax val="1"/>
          <dgm:chPref val="1"/>
        </dgm:presLayoutVars>
      </dgm:prSet>
      <dgm:spPr/>
    </dgm:pt>
    <dgm:pt modelId="{28DCB0BB-9ABF-4D1B-A6B0-8672E3611E89}" type="pres">
      <dgm:prSet presAssocID="{846FF571-3A97-415F-BA3A-C569065273A3}" presName="sibTrans" presStyleCnt="0"/>
      <dgm:spPr/>
    </dgm:pt>
    <dgm:pt modelId="{FE5F8DCA-20E4-4DF8-9558-626650F95CC4}" type="pres">
      <dgm:prSet presAssocID="{3FF3E495-66A4-4A1D-92B4-04D08A864208}" presName="compNode" presStyleCnt="0"/>
      <dgm:spPr/>
    </dgm:pt>
    <dgm:pt modelId="{26AB85F1-59F7-4C36-B4BB-52714ACFC109}" type="pres">
      <dgm:prSet presAssocID="{3FF3E495-66A4-4A1D-92B4-04D08A86420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FC654C3-2FE9-419E-8976-85728FD78308}" type="pres">
      <dgm:prSet presAssocID="{3FF3E495-66A4-4A1D-92B4-04D08A8642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3AFB6D38-4083-497C-AD0C-420C8BE44759}" type="pres">
      <dgm:prSet presAssocID="{3FF3E495-66A4-4A1D-92B4-04D08A864208}" presName="spaceRect" presStyleCnt="0"/>
      <dgm:spPr/>
    </dgm:pt>
    <dgm:pt modelId="{4E60772B-E26B-4861-AED8-BF122F11C621}" type="pres">
      <dgm:prSet presAssocID="{3FF3E495-66A4-4A1D-92B4-04D08A864208}" presName="textRect" presStyleLbl="revTx" presStyleIdx="1" presStyleCnt="3">
        <dgm:presLayoutVars>
          <dgm:chMax val="1"/>
          <dgm:chPref val="1"/>
        </dgm:presLayoutVars>
      </dgm:prSet>
      <dgm:spPr/>
    </dgm:pt>
    <dgm:pt modelId="{EC69630A-9BF2-477B-AE0B-C1CB3D2B8912}" type="pres">
      <dgm:prSet presAssocID="{891D2DE4-02EC-4056-911B-852CDEC5FFEA}" presName="sibTrans" presStyleCnt="0"/>
      <dgm:spPr/>
    </dgm:pt>
    <dgm:pt modelId="{D88DC5B4-9AFF-4C20-BEE3-FDF3101E45DE}" type="pres">
      <dgm:prSet presAssocID="{878674CE-6DA5-4A22-9B4E-BB7A1A3A6FA8}" presName="compNode" presStyleCnt="0"/>
      <dgm:spPr/>
    </dgm:pt>
    <dgm:pt modelId="{23C660AE-754B-4D6D-B22C-B94E3B26626D}" type="pres">
      <dgm:prSet presAssocID="{878674CE-6DA5-4A22-9B4E-BB7A1A3A6FA8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F8C5559-6243-41F8-B64D-89C8B9D5B0DA}" type="pres">
      <dgm:prSet presAssocID="{878674CE-6DA5-4A22-9B4E-BB7A1A3A6F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l"/>
        </a:ext>
      </dgm:extLst>
    </dgm:pt>
    <dgm:pt modelId="{570714FF-EFF9-41DA-8ADF-913447DD3602}" type="pres">
      <dgm:prSet presAssocID="{878674CE-6DA5-4A22-9B4E-BB7A1A3A6FA8}" presName="spaceRect" presStyleCnt="0"/>
      <dgm:spPr/>
    </dgm:pt>
    <dgm:pt modelId="{35A24307-B3A7-4AB9-AEFD-0EF9591D480E}" type="pres">
      <dgm:prSet presAssocID="{878674CE-6DA5-4A22-9B4E-BB7A1A3A6F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5C8CB03-E4A7-452F-97C2-FF2F7360FD1C}" type="presOf" srcId="{539098EE-DD60-47BB-A305-451AF1F40701}" destId="{C291AA8E-D7B6-4801-88E2-1E2E7EFEC1FE}" srcOrd="0" destOrd="0" presId="urn:microsoft.com/office/officeart/2018/5/layout/IconLeafLabelList"/>
    <dgm:cxn modelId="{F57EAE20-4247-4F7D-8B72-0577063F66B7}" type="presOf" srcId="{878674CE-6DA5-4A22-9B4E-BB7A1A3A6FA8}" destId="{35A24307-B3A7-4AB9-AEFD-0EF9591D480E}" srcOrd="0" destOrd="0" presId="urn:microsoft.com/office/officeart/2018/5/layout/IconLeafLabelList"/>
    <dgm:cxn modelId="{A0DB6222-321A-4E6C-A639-7C755E18028D}" srcId="{539098EE-DD60-47BB-A305-451AF1F40701}" destId="{878674CE-6DA5-4A22-9B4E-BB7A1A3A6FA8}" srcOrd="2" destOrd="0" parTransId="{3BAEF812-2BB4-4D28-8C7E-64C17FE28204}" sibTransId="{35755A7A-51FD-419C-A3B7-F2C9FB977D48}"/>
    <dgm:cxn modelId="{2B76224E-F30C-4DD2-A829-D49980ECBFB4}" type="presOf" srcId="{3FF3E495-66A4-4A1D-92B4-04D08A864208}" destId="{4E60772B-E26B-4861-AED8-BF122F11C621}" srcOrd="0" destOrd="0" presId="urn:microsoft.com/office/officeart/2018/5/layout/IconLeafLabelList"/>
    <dgm:cxn modelId="{1F545850-1D18-4B41-8368-2A4B9BB108BB}" srcId="{539098EE-DD60-47BB-A305-451AF1F40701}" destId="{3FF3E495-66A4-4A1D-92B4-04D08A864208}" srcOrd="1" destOrd="0" parTransId="{818A8E9B-8D4F-4479-9378-AA17316BED20}" sibTransId="{891D2DE4-02EC-4056-911B-852CDEC5FFEA}"/>
    <dgm:cxn modelId="{A1D24652-D53F-4523-8B08-2449425BF504}" srcId="{539098EE-DD60-47BB-A305-451AF1F40701}" destId="{29A4FEF9-8C59-4930-92B4-669FCA9BD420}" srcOrd="0" destOrd="0" parTransId="{2BCF5C98-8E4A-4819-8EC4-1F5EC9FD16F5}" sibTransId="{846FF571-3A97-415F-BA3A-C569065273A3}"/>
    <dgm:cxn modelId="{719AF789-F10A-4913-B3B3-FE9F098A6C71}" type="presOf" srcId="{29A4FEF9-8C59-4930-92B4-669FCA9BD420}" destId="{01466C76-620E-4888-9F00-98B3DA2C08B4}" srcOrd="0" destOrd="0" presId="urn:microsoft.com/office/officeart/2018/5/layout/IconLeafLabelList"/>
    <dgm:cxn modelId="{D1CC3D21-461F-441D-BB79-9D7B1E1D9BDE}" type="presParOf" srcId="{C291AA8E-D7B6-4801-88E2-1E2E7EFEC1FE}" destId="{3F9AE6E6-8758-45DD-B684-4EB58799DCB6}" srcOrd="0" destOrd="0" presId="urn:microsoft.com/office/officeart/2018/5/layout/IconLeafLabelList"/>
    <dgm:cxn modelId="{9C9A047F-3E42-44D5-8912-B82E5DA6BDF5}" type="presParOf" srcId="{3F9AE6E6-8758-45DD-B684-4EB58799DCB6}" destId="{A06D99C9-5333-49A9-B069-2BCB64F62BC6}" srcOrd="0" destOrd="0" presId="urn:microsoft.com/office/officeart/2018/5/layout/IconLeafLabelList"/>
    <dgm:cxn modelId="{A38425DE-0F42-450D-824E-5485A146EC20}" type="presParOf" srcId="{3F9AE6E6-8758-45DD-B684-4EB58799DCB6}" destId="{28C484E2-3AD8-4FD9-B942-D872B5CA677F}" srcOrd="1" destOrd="0" presId="urn:microsoft.com/office/officeart/2018/5/layout/IconLeafLabelList"/>
    <dgm:cxn modelId="{8AA36524-0C57-4138-8BBD-6FBC8BBE04D2}" type="presParOf" srcId="{3F9AE6E6-8758-45DD-B684-4EB58799DCB6}" destId="{CE66E152-8029-4433-8C46-BAE1FB5EF6BE}" srcOrd="2" destOrd="0" presId="urn:microsoft.com/office/officeart/2018/5/layout/IconLeafLabelList"/>
    <dgm:cxn modelId="{65B35EB5-7C53-4746-905F-D66FDDE903E7}" type="presParOf" srcId="{3F9AE6E6-8758-45DD-B684-4EB58799DCB6}" destId="{01466C76-620E-4888-9F00-98B3DA2C08B4}" srcOrd="3" destOrd="0" presId="urn:microsoft.com/office/officeart/2018/5/layout/IconLeafLabelList"/>
    <dgm:cxn modelId="{8E858DB0-AE70-4BA3-9458-CD70B76B95BB}" type="presParOf" srcId="{C291AA8E-D7B6-4801-88E2-1E2E7EFEC1FE}" destId="{28DCB0BB-9ABF-4D1B-A6B0-8672E3611E89}" srcOrd="1" destOrd="0" presId="urn:microsoft.com/office/officeart/2018/5/layout/IconLeafLabelList"/>
    <dgm:cxn modelId="{FCB38794-049C-4D37-AABE-705B7648A41F}" type="presParOf" srcId="{C291AA8E-D7B6-4801-88E2-1E2E7EFEC1FE}" destId="{FE5F8DCA-20E4-4DF8-9558-626650F95CC4}" srcOrd="2" destOrd="0" presId="urn:microsoft.com/office/officeart/2018/5/layout/IconLeafLabelList"/>
    <dgm:cxn modelId="{43D9A3F5-B049-427A-A531-D2473AE30807}" type="presParOf" srcId="{FE5F8DCA-20E4-4DF8-9558-626650F95CC4}" destId="{26AB85F1-59F7-4C36-B4BB-52714ACFC109}" srcOrd="0" destOrd="0" presId="urn:microsoft.com/office/officeart/2018/5/layout/IconLeafLabelList"/>
    <dgm:cxn modelId="{4EE9284F-F5CC-4E68-A6BF-5F1725552E57}" type="presParOf" srcId="{FE5F8DCA-20E4-4DF8-9558-626650F95CC4}" destId="{FFC654C3-2FE9-419E-8976-85728FD78308}" srcOrd="1" destOrd="0" presId="urn:microsoft.com/office/officeart/2018/5/layout/IconLeafLabelList"/>
    <dgm:cxn modelId="{EB5F2A44-3499-49A5-861B-F104C6839106}" type="presParOf" srcId="{FE5F8DCA-20E4-4DF8-9558-626650F95CC4}" destId="{3AFB6D38-4083-497C-AD0C-420C8BE44759}" srcOrd="2" destOrd="0" presId="urn:microsoft.com/office/officeart/2018/5/layout/IconLeafLabelList"/>
    <dgm:cxn modelId="{91FB7DC8-58CC-4E0C-86DB-1A254F17A532}" type="presParOf" srcId="{FE5F8DCA-20E4-4DF8-9558-626650F95CC4}" destId="{4E60772B-E26B-4861-AED8-BF122F11C621}" srcOrd="3" destOrd="0" presId="urn:microsoft.com/office/officeart/2018/5/layout/IconLeafLabelList"/>
    <dgm:cxn modelId="{B09E69A1-70FA-4C66-A8B6-1968B9B7C277}" type="presParOf" srcId="{C291AA8E-D7B6-4801-88E2-1E2E7EFEC1FE}" destId="{EC69630A-9BF2-477B-AE0B-C1CB3D2B8912}" srcOrd="3" destOrd="0" presId="urn:microsoft.com/office/officeart/2018/5/layout/IconLeafLabelList"/>
    <dgm:cxn modelId="{8D688AE7-3B87-442D-B1EB-5B4993512D86}" type="presParOf" srcId="{C291AA8E-D7B6-4801-88E2-1E2E7EFEC1FE}" destId="{D88DC5B4-9AFF-4C20-BEE3-FDF3101E45DE}" srcOrd="4" destOrd="0" presId="urn:microsoft.com/office/officeart/2018/5/layout/IconLeafLabelList"/>
    <dgm:cxn modelId="{BB43D49A-A0CF-486F-9B0D-CBB2EAFA8489}" type="presParOf" srcId="{D88DC5B4-9AFF-4C20-BEE3-FDF3101E45DE}" destId="{23C660AE-754B-4D6D-B22C-B94E3B26626D}" srcOrd="0" destOrd="0" presId="urn:microsoft.com/office/officeart/2018/5/layout/IconLeafLabelList"/>
    <dgm:cxn modelId="{EDD2C98D-4696-4A0F-BD57-CD25E065BACA}" type="presParOf" srcId="{D88DC5B4-9AFF-4C20-BEE3-FDF3101E45DE}" destId="{6F8C5559-6243-41F8-B64D-89C8B9D5B0DA}" srcOrd="1" destOrd="0" presId="urn:microsoft.com/office/officeart/2018/5/layout/IconLeafLabelList"/>
    <dgm:cxn modelId="{6270E258-12E1-40CC-8BBC-DFAA721B495D}" type="presParOf" srcId="{D88DC5B4-9AFF-4C20-BEE3-FDF3101E45DE}" destId="{570714FF-EFF9-41DA-8ADF-913447DD3602}" srcOrd="2" destOrd="0" presId="urn:microsoft.com/office/officeart/2018/5/layout/IconLeafLabelList"/>
    <dgm:cxn modelId="{A3A9C22E-E26A-41BF-A52A-18572F10B31E}" type="presParOf" srcId="{D88DC5B4-9AFF-4C20-BEE3-FDF3101E45DE}" destId="{35A24307-B3A7-4AB9-AEFD-0EF9591D480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5B111A-342D-4F97-8CD4-3D8EA87A481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9690B1A-188A-4CC2-BA83-51305B8C8E32}">
      <dgm:prSet/>
      <dgm:spPr/>
      <dgm:t>
        <a:bodyPr/>
        <a:lstStyle/>
        <a:p>
          <a:r>
            <a:rPr lang="es-MX"/>
            <a:t>src/ → aquí va tu código React</a:t>
          </a:r>
          <a:endParaRPr lang="en-US"/>
        </a:p>
      </dgm:t>
    </dgm:pt>
    <dgm:pt modelId="{206F1FC8-7A06-4479-A11F-D11F59F9A9CF}" type="parTrans" cxnId="{71B3440C-9530-4C87-82A3-F2004DAE70A5}">
      <dgm:prSet/>
      <dgm:spPr/>
      <dgm:t>
        <a:bodyPr/>
        <a:lstStyle/>
        <a:p>
          <a:endParaRPr lang="en-US"/>
        </a:p>
      </dgm:t>
    </dgm:pt>
    <dgm:pt modelId="{CA458CA7-6FC1-46CF-B3CF-046D3857964A}" type="sibTrans" cxnId="{71B3440C-9530-4C87-82A3-F2004DAE70A5}">
      <dgm:prSet/>
      <dgm:spPr/>
      <dgm:t>
        <a:bodyPr/>
        <a:lstStyle/>
        <a:p>
          <a:endParaRPr lang="en-US"/>
        </a:p>
      </dgm:t>
    </dgm:pt>
    <dgm:pt modelId="{E11C90FB-A825-4CB9-AD79-A0F9DB1F2F01}">
      <dgm:prSet/>
      <dgm:spPr/>
      <dgm:t>
        <a:bodyPr/>
        <a:lstStyle/>
        <a:p>
          <a:r>
            <a:rPr lang="es-MX" dirty="0" err="1"/>
            <a:t>src</a:t>
          </a:r>
          <a:r>
            <a:rPr lang="es-MX" dirty="0"/>
            <a:t>/App.js → componente  principal</a:t>
          </a:r>
          <a:endParaRPr lang="en-US" dirty="0"/>
        </a:p>
      </dgm:t>
    </dgm:pt>
    <dgm:pt modelId="{011CDEEA-EA45-48B7-86AD-215DCAE7E2D6}" type="parTrans" cxnId="{5751C826-3B56-4973-89F7-A151BC87B7B3}">
      <dgm:prSet/>
      <dgm:spPr/>
      <dgm:t>
        <a:bodyPr/>
        <a:lstStyle/>
        <a:p>
          <a:endParaRPr lang="en-US"/>
        </a:p>
      </dgm:t>
    </dgm:pt>
    <dgm:pt modelId="{90D1C431-D66C-49FB-96B9-3E6878E5CD2D}" type="sibTrans" cxnId="{5751C826-3B56-4973-89F7-A151BC87B7B3}">
      <dgm:prSet/>
      <dgm:spPr/>
      <dgm:t>
        <a:bodyPr/>
        <a:lstStyle/>
        <a:p>
          <a:endParaRPr lang="en-US"/>
        </a:p>
      </dgm:t>
    </dgm:pt>
    <dgm:pt modelId="{6BD9E48B-E24D-4BC3-AEEF-22D743834131}">
      <dgm:prSet/>
      <dgm:spPr/>
      <dgm:t>
        <a:bodyPr/>
        <a:lstStyle/>
        <a:p>
          <a:r>
            <a:rPr lang="es-MX"/>
            <a:t>public/ → HTML base package</a:t>
          </a:r>
          <a:endParaRPr lang="en-US"/>
        </a:p>
      </dgm:t>
    </dgm:pt>
    <dgm:pt modelId="{0EBCE06E-639E-47FF-ABD7-FB2E39EC2664}" type="parTrans" cxnId="{41CD95EE-B74E-4938-A736-34831B58D8B8}">
      <dgm:prSet/>
      <dgm:spPr/>
      <dgm:t>
        <a:bodyPr/>
        <a:lstStyle/>
        <a:p>
          <a:endParaRPr lang="en-US"/>
        </a:p>
      </dgm:t>
    </dgm:pt>
    <dgm:pt modelId="{2C784388-7717-4EE4-83B5-358196E50442}" type="sibTrans" cxnId="{41CD95EE-B74E-4938-A736-34831B58D8B8}">
      <dgm:prSet/>
      <dgm:spPr/>
      <dgm:t>
        <a:bodyPr/>
        <a:lstStyle/>
        <a:p>
          <a:endParaRPr lang="en-US"/>
        </a:p>
      </dgm:t>
    </dgm:pt>
    <dgm:pt modelId="{A6B32020-BBD4-45BE-BDD5-5FF820D5F187}">
      <dgm:prSet/>
      <dgm:spPr/>
      <dgm:t>
        <a:bodyPr/>
        <a:lstStyle/>
        <a:p>
          <a:r>
            <a:rPr lang="es-MX"/>
            <a:t>json → dependencias y scripts</a:t>
          </a:r>
          <a:endParaRPr lang="en-US"/>
        </a:p>
      </dgm:t>
    </dgm:pt>
    <dgm:pt modelId="{AC1E9ECA-3EB6-4E12-9578-117C7D13DED9}" type="parTrans" cxnId="{8CA89F19-C5FB-4CF2-8A6D-0155F27D84DC}">
      <dgm:prSet/>
      <dgm:spPr/>
      <dgm:t>
        <a:bodyPr/>
        <a:lstStyle/>
        <a:p>
          <a:endParaRPr lang="en-US"/>
        </a:p>
      </dgm:t>
    </dgm:pt>
    <dgm:pt modelId="{F2742A44-DADE-4821-A7EB-A62B797EC58F}" type="sibTrans" cxnId="{8CA89F19-C5FB-4CF2-8A6D-0155F27D84DC}">
      <dgm:prSet/>
      <dgm:spPr/>
      <dgm:t>
        <a:bodyPr/>
        <a:lstStyle/>
        <a:p>
          <a:endParaRPr lang="en-US"/>
        </a:p>
      </dgm:t>
    </dgm:pt>
    <dgm:pt modelId="{217EC7F1-C7A0-4D10-8F10-C134FFA4F4E5}" type="pres">
      <dgm:prSet presAssocID="{275B111A-342D-4F97-8CD4-3D8EA87A4814}" presName="linear" presStyleCnt="0">
        <dgm:presLayoutVars>
          <dgm:animLvl val="lvl"/>
          <dgm:resizeHandles val="exact"/>
        </dgm:presLayoutVars>
      </dgm:prSet>
      <dgm:spPr/>
    </dgm:pt>
    <dgm:pt modelId="{5600D7D8-A5CA-42CC-AAA1-F82E7F7913E8}" type="pres">
      <dgm:prSet presAssocID="{79690B1A-188A-4CC2-BA83-51305B8C8E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F2BB6F-5273-4DC2-87A2-2BED32D3E84D}" type="pres">
      <dgm:prSet presAssocID="{CA458CA7-6FC1-46CF-B3CF-046D3857964A}" presName="spacer" presStyleCnt="0"/>
      <dgm:spPr/>
    </dgm:pt>
    <dgm:pt modelId="{F3CDA45C-9070-429C-BBDE-596A7AD9C219}" type="pres">
      <dgm:prSet presAssocID="{E11C90FB-A825-4CB9-AD79-A0F9DB1F2F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119BEB-8AD2-4D53-BD54-EC93E9FA7F0B}" type="pres">
      <dgm:prSet presAssocID="{90D1C431-D66C-49FB-96B9-3E6878E5CD2D}" presName="spacer" presStyleCnt="0"/>
      <dgm:spPr/>
    </dgm:pt>
    <dgm:pt modelId="{BBC63753-ED35-45D5-BA50-8F0EC38C0FAB}" type="pres">
      <dgm:prSet presAssocID="{6BD9E48B-E24D-4BC3-AEEF-22D7438341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89FB23-7485-4012-91AF-CFF4716798F8}" type="pres">
      <dgm:prSet presAssocID="{2C784388-7717-4EE4-83B5-358196E50442}" presName="spacer" presStyleCnt="0"/>
      <dgm:spPr/>
    </dgm:pt>
    <dgm:pt modelId="{2C8EEEBC-C7EB-4FB8-823F-6EDCE114F671}" type="pres">
      <dgm:prSet presAssocID="{A6B32020-BBD4-45BE-BDD5-5FF820D5F1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F96030C-3F92-4C28-93E5-F07C2E43705D}" type="presOf" srcId="{E11C90FB-A825-4CB9-AD79-A0F9DB1F2F01}" destId="{F3CDA45C-9070-429C-BBDE-596A7AD9C219}" srcOrd="0" destOrd="0" presId="urn:microsoft.com/office/officeart/2005/8/layout/vList2"/>
    <dgm:cxn modelId="{71B3440C-9530-4C87-82A3-F2004DAE70A5}" srcId="{275B111A-342D-4F97-8CD4-3D8EA87A4814}" destId="{79690B1A-188A-4CC2-BA83-51305B8C8E32}" srcOrd="0" destOrd="0" parTransId="{206F1FC8-7A06-4479-A11F-D11F59F9A9CF}" sibTransId="{CA458CA7-6FC1-46CF-B3CF-046D3857964A}"/>
    <dgm:cxn modelId="{8CA89F19-C5FB-4CF2-8A6D-0155F27D84DC}" srcId="{275B111A-342D-4F97-8CD4-3D8EA87A4814}" destId="{A6B32020-BBD4-45BE-BDD5-5FF820D5F187}" srcOrd="3" destOrd="0" parTransId="{AC1E9ECA-3EB6-4E12-9578-117C7D13DED9}" sibTransId="{F2742A44-DADE-4821-A7EB-A62B797EC58F}"/>
    <dgm:cxn modelId="{5751C826-3B56-4973-89F7-A151BC87B7B3}" srcId="{275B111A-342D-4F97-8CD4-3D8EA87A4814}" destId="{E11C90FB-A825-4CB9-AD79-A0F9DB1F2F01}" srcOrd="1" destOrd="0" parTransId="{011CDEEA-EA45-48B7-86AD-215DCAE7E2D6}" sibTransId="{90D1C431-D66C-49FB-96B9-3E6878E5CD2D}"/>
    <dgm:cxn modelId="{B4748132-2960-4D78-A8AE-3FE6CD6772A5}" type="presOf" srcId="{79690B1A-188A-4CC2-BA83-51305B8C8E32}" destId="{5600D7D8-A5CA-42CC-AAA1-F82E7F7913E8}" srcOrd="0" destOrd="0" presId="urn:microsoft.com/office/officeart/2005/8/layout/vList2"/>
    <dgm:cxn modelId="{1E88C98F-3210-4BBA-8B17-9AB2B9EAC2C8}" type="presOf" srcId="{6BD9E48B-E24D-4BC3-AEEF-22D743834131}" destId="{BBC63753-ED35-45D5-BA50-8F0EC38C0FAB}" srcOrd="0" destOrd="0" presId="urn:microsoft.com/office/officeart/2005/8/layout/vList2"/>
    <dgm:cxn modelId="{AF17DCA9-A374-44B0-83E3-09C62AA76702}" type="presOf" srcId="{275B111A-342D-4F97-8CD4-3D8EA87A4814}" destId="{217EC7F1-C7A0-4D10-8F10-C134FFA4F4E5}" srcOrd="0" destOrd="0" presId="urn:microsoft.com/office/officeart/2005/8/layout/vList2"/>
    <dgm:cxn modelId="{71E4B4B4-247F-4220-8F80-FCF07635B81F}" type="presOf" srcId="{A6B32020-BBD4-45BE-BDD5-5FF820D5F187}" destId="{2C8EEEBC-C7EB-4FB8-823F-6EDCE114F671}" srcOrd="0" destOrd="0" presId="urn:microsoft.com/office/officeart/2005/8/layout/vList2"/>
    <dgm:cxn modelId="{41CD95EE-B74E-4938-A736-34831B58D8B8}" srcId="{275B111A-342D-4F97-8CD4-3D8EA87A4814}" destId="{6BD9E48B-E24D-4BC3-AEEF-22D743834131}" srcOrd="2" destOrd="0" parTransId="{0EBCE06E-639E-47FF-ABD7-FB2E39EC2664}" sibTransId="{2C784388-7717-4EE4-83B5-358196E50442}"/>
    <dgm:cxn modelId="{F8ACB333-BE6A-4C12-88DC-0F08AB79EAC2}" type="presParOf" srcId="{217EC7F1-C7A0-4D10-8F10-C134FFA4F4E5}" destId="{5600D7D8-A5CA-42CC-AAA1-F82E7F7913E8}" srcOrd="0" destOrd="0" presId="urn:microsoft.com/office/officeart/2005/8/layout/vList2"/>
    <dgm:cxn modelId="{D369805D-8723-4B1D-91A9-0C43DAEE12F7}" type="presParOf" srcId="{217EC7F1-C7A0-4D10-8F10-C134FFA4F4E5}" destId="{11F2BB6F-5273-4DC2-87A2-2BED32D3E84D}" srcOrd="1" destOrd="0" presId="urn:microsoft.com/office/officeart/2005/8/layout/vList2"/>
    <dgm:cxn modelId="{5D7EA0F2-18C4-4339-AE97-ABF68AEB6E93}" type="presParOf" srcId="{217EC7F1-C7A0-4D10-8F10-C134FFA4F4E5}" destId="{F3CDA45C-9070-429C-BBDE-596A7AD9C219}" srcOrd="2" destOrd="0" presId="urn:microsoft.com/office/officeart/2005/8/layout/vList2"/>
    <dgm:cxn modelId="{72B74B13-ADE4-43C9-A2CC-CB41AA31DADF}" type="presParOf" srcId="{217EC7F1-C7A0-4D10-8F10-C134FFA4F4E5}" destId="{FE119BEB-8AD2-4D53-BD54-EC93E9FA7F0B}" srcOrd="3" destOrd="0" presId="urn:microsoft.com/office/officeart/2005/8/layout/vList2"/>
    <dgm:cxn modelId="{A25012AD-16C1-4C45-B5CC-71C4AFEF4731}" type="presParOf" srcId="{217EC7F1-C7A0-4D10-8F10-C134FFA4F4E5}" destId="{BBC63753-ED35-45D5-BA50-8F0EC38C0FAB}" srcOrd="4" destOrd="0" presId="urn:microsoft.com/office/officeart/2005/8/layout/vList2"/>
    <dgm:cxn modelId="{96459C82-E71F-41C0-BBA1-F66609422F2F}" type="presParOf" srcId="{217EC7F1-C7A0-4D10-8F10-C134FFA4F4E5}" destId="{4289FB23-7485-4012-91AF-CFF4716798F8}" srcOrd="5" destOrd="0" presId="urn:microsoft.com/office/officeart/2005/8/layout/vList2"/>
    <dgm:cxn modelId="{BFF70DD1-B6C5-40A3-8391-CC1452E86B61}" type="presParOf" srcId="{217EC7F1-C7A0-4D10-8F10-C134FFA4F4E5}" destId="{2C8EEEBC-C7EB-4FB8-823F-6EDCE114F67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F73DA4-21AF-4707-95C9-67D8FE49FEE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A74B590-A592-4EAB-8614-4D6190BCB16E}">
      <dgm:prSet/>
      <dgm:spPr/>
      <dgm:t>
        <a:bodyPr/>
        <a:lstStyle/>
        <a:p>
          <a:r>
            <a:rPr lang="es-MX"/>
            <a:t>React (frontend): tus componentes (.js/.jsx) en src/. Eso corre en el navegador (Chrome, etc.).</a:t>
          </a:r>
          <a:endParaRPr lang="en-US"/>
        </a:p>
      </dgm:t>
    </dgm:pt>
    <dgm:pt modelId="{2549064B-BEAC-48B0-9CAA-811FFAC70C75}" type="parTrans" cxnId="{B69AE8D2-A771-4D87-8918-127C015DCCBF}">
      <dgm:prSet/>
      <dgm:spPr/>
      <dgm:t>
        <a:bodyPr/>
        <a:lstStyle/>
        <a:p>
          <a:endParaRPr lang="en-US"/>
        </a:p>
      </dgm:t>
    </dgm:pt>
    <dgm:pt modelId="{BD6CE3BF-20B9-4E8B-A134-46A5EC542921}" type="sibTrans" cxnId="{B69AE8D2-A771-4D87-8918-127C015DCCBF}">
      <dgm:prSet/>
      <dgm:spPr/>
      <dgm:t>
        <a:bodyPr/>
        <a:lstStyle/>
        <a:p>
          <a:endParaRPr lang="en-US"/>
        </a:p>
      </dgm:t>
    </dgm:pt>
    <dgm:pt modelId="{39D9B978-E66B-4402-B058-4A706466D152}">
      <dgm:prSet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MX" dirty="0" err="1"/>
            <a:t>Node</a:t>
          </a:r>
          <a:r>
            <a:rPr lang="es-MX" dirty="0"/>
            <a:t>/</a:t>
          </a:r>
          <a:r>
            <a:rPr lang="es-MX" dirty="0" err="1"/>
            <a:t>npm</a:t>
          </a:r>
          <a:r>
            <a:rPr lang="es-MX" dirty="0"/>
            <a:t>: no es donde “escribes </a:t>
          </a:r>
          <a:r>
            <a:rPr lang="es-MX" dirty="0" err="1"/>
            <a:t>React</a:t>
          </a:r>
          <a:r>
            <a:rPr lang="es-MX" dirty="0"/>
            <a:t>”, sino el entorno y gestor para:</a:t>
          </a:r>
          <a:endParaRPr lang="en-US" dirty="0"/>
        </a:p>
      </dgm:t>
    </dgm:pt>
    <dgm:pt modelId="{D794B449-9EBF-4B9B-927F-27761A9955F4}" type="parTrans" cxnId="{7159F6CA-56FA-48D4-B1B5-0998BC8E5665}">
      <dgm:prSet/>
      <dgm:spPr/>
      <dgm:t>
        <a:bodyPr/>
        <a:lstStyle/>
        <a:p>
          <a:endParaRPr lang="en-US"/>
        </a:p>
      </dgm:t>
    </dgm:pt>
    <dgm:pt modelId="{CDEC7971-A152-4771-8B26-EFEF318E77EB}" type="sibTrans" cxnId="{7159F6CA-56FA-48D4-B1B5-0998BC8E5665}">
      <dgm:prSet/>
      <dgm:spPr/>
      <dgm:t>
        <a:bodyPr/>
        <a:lstStyle/>
        <a:p>
          <a:endParaRPr lang="en-US"/>
        </a:p>
      </dgm:t>
    </dgm:pt>
    <dgm:pt modelId="{BA36F059-0F7D-47DB-89EB-A50CFD3D03DD}">
      <dgm:prSet/>
      <dgm:spPr/>
      <dgm:t>
        <a:bodyPr/>
        <a:lstStyle/>
        <a:p>
          <a:r>
            <a:rPr lang="es-MX"/>
            <a:t>Instalar paquetes (npm install ...)</a:t>
          </a:r>
          <a:endParaRPr lang="en-US"/>
        </a:p>
      </dgm:t>
    </dgm:pt>
    <dgm:pt modelId="{CDCD74C9-D8FA-43B7-B26E-B246EE4F0A36}" type="parTrans" cxnId="{4DF4C25D-9398-468D-AA61-A87ED6370686}">
      <dgm:prSet/>
      <dgm:spPr/>
      <dgm:t>
        <a:bodyPr/>
        <a:lstStyle/>
        <a:p>
          <a:endParaRPr lang="en-US"/>
        </a:p>
      </dgm:t>
    </dgm:pt>
    <dgm:pt modelId="{C1FD6DF2-CA6F-40A3-84CC-2F924D19A5C1}" type="sibTrans" cxnId="{4DF4C25D-9398-468D-AA61-A87ED6370686}">
      <dgm:prSet/>
      <dgm:spPr/>
      <dgm:t>
        <a:bodyPr/>
        <a:lstStyle/>
        <a:p>
          <a:endParaRPr lang="en-US"/>
        </a:p>
      </dgm:t>
    </dgm:pt>
    <dgm:pt modelId="{8AE6A6F8-1AC8-45DC-8A5B-5DD0BE0DCA31}">
      <dgm:prSet/>
      <dgm:spPr/>
      <dgm:t>
        <a:bodyPr/>
        <a:lstStyle/>
        <a:p>
          <a:r>
            <a:rPr lang="es-MX"/>
            <a:t>Correr scripts (npm start, npm run build)</a:t>
          </a:r>
          <a:endParaRPr lang="en-US"/>
        </a:p>
      </dgm:t>
    </dgm:pt>
    <dgm:pt modelId="{C89E0626-8474-40D2-9EA6-EBC3CE93229B}" type="parTrans" cxnId="{60CAD945-579D-4692-A038-339BB587F4AC}">
      <dgm:prSet/>
      <dgm:spPr/>
      <dgm:t>
        <a:bodyPr/>
        <a:lstStyle/>
        <a:p>
          <a:endParaRPr lang="en-US"/>
        </a:p>
      </dgm:t>
    </dgm:pt>
    <dgm:pt modelId="{2C0FE480-6B64-401A-A226-7E9A102909C5}" type="sibTrans" cxnId="{60CAD945-579D-4692-A038-339BB587F4AC}">
      <dgm:prSet/>
      <dgm:spPr/>
      <dgm:t>
        <a:bodyPr/>
        <a:lstStyle/>
        <a:p>
          <a:endParaRPr lang="en-US"/>
        </a:p>
      </dgm:t>
    </dgm:pt>
    <dgm:pt modelId="{76E64154-3F93-4B92-9A6A-4B1147823A83}">
      <dgm:prSet/>
      <dgm:spPr/>
      <dgm:t>
        <a:bodyPr/>
        <a:lstStyle/>
        <a:p>
          <a:r>
            <a:rPr lang="es-MX"/>
            <a:t>Levantar el servidor de desarrollo y compilar JSX a JS del navegador.</a:t>
          </a:r>
          <a:endParaRPr lang="en-US"/>
        </a:p>
      </dgm:t>
    </dgm:pt>
    <dgm:pt modelId="{E5414C7E-81F0-4FBF-BAD6-7FADAEFAA569}" type="parTrans" cxnId="{3A2441B9-85D7-416C-A394-417E1709455D}">
      <dgm:prSet/>
      <dgm:spPr/>
      <dgm:t>
        <a:bodyPr/>
        <a:lstStyle/>
        <a:p>
          <a:endParaRPr lang="en-US"/>
        </a:p>
      </dgm:t>
    </dgm:pt>
    <dgm:pt modelId="{BF37FCB4-19B4-42C0-9626-CF5AF7D00079}" type="sibTrans" cxnId="{3A2441B9-85D7-416C-A394-417E1709455D}">
      <dgm:prSet/>
      <dgm:spPr/>
      <dgm:t>
        <a:bodyPr/>
        <a:lstStyle/>
        <a:p>
          <a:endParaRPr lang="en-US"/>
        </a:p>
      </dgm:t>
    </dgm:pt>
    <dgm:pt modelId="{536A113F-B43C-420D-A09B-C9CB8514B0BE}" type="pres">
      <dgm:prSet presAssocID="{D3F73DA4-21AF-4707-95C9-67D8FE49FE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2E3A39-BDC8-4952-9B32-C165FD8C59C7}" type="pres">
      <dgm:prSet presAssocID="{FA74B590-A592-4EAB-8614-4D6190BCB16E}" presName="hierRoot1" presStyleCnt="0"/>
      <dgm:spPr/>
    </dgm:pt>
    <dgm:pt modelId="{8924545B-8E4F-4706-A15E-4EF5B0BEC56E}" type="pres">
      <dgm:prSet presAssocID="{FA74B590-A592-4EAB-8614-4D6190BCB16E}" presName="composite" presStyleCnt="0"/>
      <dgm:spPr/>
    </dgm:pt>
    <dgm:pt modelId="{653A5FB1-3D39-4D79-9E18-AF1342D530BF}" type="pres">
      <dgm:prSet presAssocID="{FA74B590-A592-4EAB-8614-4D6190BCB16E}" presName="background" presStyleLbl="node0" presStyleIdx="0" presStyleCnt="2"/>
      <dgm:spPr/>
    </dgm:pt>
    <dgm:pt modelId="{A67A3A9F-6D02-4C26-A192-4CE25C15E54F}" type="pres">
      <dgm:prSet presAssocID="{FA74B590-A592-4EAB-8614-4D6190BCB16E}" presName="text" presStyleLbl="fgAcc0" presStyleIdx="0" presStyleCnt="2">
        <dgm:presLayoutVars>
          <dgm:chPref val="3"/>
        </dgm:presLayoutVars>
      </dgm:prSet>
      <dgm:spPr/>
    </dgm:pt>
    <dgm:pt modelId="{5DBD1E13-AA4B-448F-87B1-DC8197C25E65}" type="pres">
      <dgm:prSet presAssocID="{FA74B590-A592-4EAB-8614-4D6190BCB16E}" presName="hierChild2" presStyleCnt="0"/>
      <dgm:spPr/>
    </dgm:pt>
    <dgm:pt modelId="{B3C1234F-9FCF-435D-AB7B-B3C5E9D5DCBC}" type="pres">
      <dgm:prSet presAssocID="{39D9B978-E66B-4402-B058-4A706466D152}" presName="hierRoot1" presStyleCnt="0"/>
      <dgm:spPr/>
    </dgm:pt>
    <dgm:pt modelId="{2D30424B-C9F2-4EA8-9008-F9404B548A76}" type="pres">
      <dgm:prSet presAssocID="{39D9B978-E66B-4402-B058-4A706466D152}" presName="composite" presStyleCnt="0"/>
      <dgm:spPr/>
    </dgm:pt>
    <dgm:pt modelId="{B8A0D570-8FE4-458D-A665-ED69501B017A}" type="pres">
      <dgm:prSet presAssocID="{39D9B978-E66B-4402-B058-4A706466D152}" presName="background" presStyleLbl="node0" presStyleIdx="1" presStyleCnt="2"/>
      <dgm:spPr>
        <a:solidFill>
          <a:schemeClr val="tx2">
            <a:lumMod val="60000"/>
            <a:lumOff val="40000"/>
          </a:schemeClr>
        </a:solidFill>
      </dgm:spPr>
    </dgm:pt>
    <dgm:pt modelId="{4CCB46C7-DFD0-45ED-9DE2-478FC872D4B0}" type="pres">
      <dgm:prSet presAssocID="{39D9B978-E66B-4402-B058-4A706466D152}" presName="text" presStyleLbl="fgAcc0" presStyleIdx="1" presStyleCnt="2">
        <dgm:presLayoutVars>
          <dgm:chPref val="3"/>
        </dgm:presLayoutVars>
      </dgm:prSet>
      <dgm:spPr/>
    </dgm:pt>
    <dgm:pt modelId="{DEB49EA3-B974-44B5-AD3F-FD5E14CE4883}" type="pres">
      <dgm:prSet presAssocID="{39D9B978-E66B-4402-B058-4A706466D152}" presName="hierChild2" presStyleCnt="0"/>
      <dgm:spPr/>
    </dgm:pt>
    <dgm:pt modelId="{835B026E-6676-4982-92A2-8F3DA6A92C3B}" type="pres">
      <dgm:prSet presAssocID="{CDCD74C9-D8FA-43B7-B26E-B246EE4F0A36}" presName="Name10" presStyleLbl="parChTrans1D2" presStyleIdx="0" presStyleCnt="3"/>
      <dgm:spPr/>
    </dgm:pt>
    <dgm:pt modelId="{77D66219-B463-46CC-9F4E-108525F3C6D5}" type="pres">
      <dgm:prSet presAssocID="{BA36F059-0F7D-47DB-89EB-A50CFD3D03DD}" presName="hierRoot2" presStyleCnt="0"/>
      <dgm:spPr/>
    </dgm:pt>
    <dgm:pt modelId="{21386530-09F6-483D-917E-D34C0B3E8767}" type="pres">
      <dgm:prSet presAssocID="{BA36F059-0F7D-47DB-89EB-A50CFD3D03DD}" presName="composite2" presStyleCnt="0"/>
      <dgm:spPr/>
    </dgm:pt>
    <dgm:pt modelId="{F3C78F3A-A307-41E8-A065-AB56BAAC153B}" type="pres">
      <dgm:prSet presAssocID="{BA36F059-0F7D-47DB-89EB-A50CFD3D03DD}" presName="background2" presStyleLbl="node2" presStyleIdx="0" presStyleCnt="3"/>
      <dgm:spPr/>
    </dgm:pt>
    <dgm:pt modelId="{600FDDE5-7803-47AF-B67D-B4EA5C98BB7A}" type="pres">
      <dgm:prSet presAssocID="{BA36F059-0F7D-47DB-89EB-A50CFD3D03DD}" presName="text2" presStyleLbl="fgAcc2" presStyleIdx="0" presStyleCnt="3">
        <dgm:presLayoutVars>
          <dgm:chPref val="3"/>
        </dgm:presLayoutVars>
      </dgm:prSet>
      <dgm:spPr/>
    </dgm:pt>
    <dgm:pt modelId="{7355C18E-64F6-49FB-B9E2-95FD7245B4C5}" type="pres">
      <dgm:prSet presAssocID="{BA36F059-0F7D-47DB-89EB-A50CFD3D03DD}" presName="hierChild3" presStyleCnt="0"/>
      <dgm:spPr/>
    </dgm:pt>
    <dgm:pt modelId="{C5D2B46A-152F-4BB6-B16F-6B83EED407CA}" type="pres">
      <dgm:prSet presAssocID="{C89E0626-8474-40D2-9EA6-EBC3CE93229B}" presName="Name10" presStyleLbl="parChTrans1D2" presStyleIdx="1" presStyleCnt="3"/>
      <dgm:spPr/>
    </dgm:pt>
    <dgm:pt modelId="{753618FC-C345-42AC-84CB-5FA26CE2E0E2}" type="pres">
      <dgm:prSet presAssocID="{8AE6A6F8-1AC8-45DC-8A5B-5DD0BE0DCA31}" presName="hierRoot2" presStyleCnt="0"/>
      <dgm:spPr/>
    </dgm:pt>
    <dgm:pt modelId="{892A34A6-86D4-46C6-922E-9DCFA20F66BE}" type="pres">
      <dgm:prSet presAssocID="{8AE6A6F8-1AC8-45DC-8A5B-5DD0BE0DCA31}" presName="composite2" presStyleCnt="0"/>
      <dgm:spPr/>
    </dgm:pt>
    <dgm:pt modelId="{4AD03CBE-9C94-47CC-9148-75F5B340C055}" type="pres">
      <dgm:prSet presAssocID="{8AE6A6F8-1AC8-45DC-8A5B-5DD0BE0DCA31}" presName="background2" presStyleLbl="node2" presStyleIdx="1" presStyleCnt="3"/>
      <dgm:spPr/>
    </dgm:pt>
    <dgm:pt modelId="{D9CDDE09-7E65-4732-946C-B959F38BF100}" type="pres">
      <dgm:prSet presAssocID="{8AE6A6F8-1AC8-45DC-8A5B-5DD0BE0DCA31}" presName="text2" presStyleLbl="fgAcc2" presStyleIdx="1" presStyleCnt="3">
        <dgm:presLayoutVars>
          <dgm:chPref val="3"/>
        </dgm:presLayoutVars>
      </dgm:prSet>
      <dgm:spPr/>
    </dgm:pt>
    <dgm:pt modelId="{1571D93C-D679-4E97-B5CD-662368AC57BE}" type="pres">
      <dgm:prSet presAssocID="{8AE6A6F8-1AC8-45DC-8A5B-5DD0BE0DCA31}" presName="hierChild3" presStyleCnt="0"/>
      <dgm:spPr/>
    </dgm:pt>
    <dgm:pt modelId="{5D538FE6-B70B-4F42-A930-FEEBD2B9B536}" type="pres">
      <dgm:prSet presAssocID="{E5414C7E-81F0-4FBF-BAD6-7FADAEFAA569}" presName="Name10" presStyleLbl="parChTrans1D2" presStyleIdx="2" presStyleCnt="3"/>
      <dgm:spPr/>
    </dgm:pt>
    <dgm:pt modelId="{5ABE02EF-DAFB-48E1-A742-D8F664106EB7}" type="pres">
      <dgm:prSet presAssocID="{76E64154-3F93-4B92-9A6A-4B1147823A83}" presName="hierRoot2" presStyleCnt="0"/>
      <dgm:spPr/>
    </dgm:pt>
    <dgm:pt modelId="{A3A5A685-C41A-4667-AE89-23559CE9DD26}" type="pres">
      <dgm:prSet presAssocID="{76E64154-3F93-4B92-9A6A-4B1147823A83}" presName="composite2" presStyleCnt="0"/>
      <dgm:spPr/>
    </dgm:pt>
    <dgm:pt modelId="{9D901F00-3742-4DDA-A20B-794F40638405}" type="pres">
      <dgm:prSet presAssocID="{76E64154-3F93-4B92-9A6A-4B1147823A83}" presName="background2" presStyleLbl="node2" presStyleIdx="2" presStyleCnt="3"/>
      <dgm:spPr/>
    </dgm:pt>
    <dgm:pt modelId="{AD01DE2B-EE09-4CBD-84FA-28C2684FD2DA}" type="pres">
      <dgm:prSet presAssocID="{76E64154-3F93-4B92-9A6A-4B1147823A83}" presName="text2" presStyleLbl="fgAcc2" presStyleIdx="2" presStyleCnt="3">
        <dgm:presLayoutVars>
          <dgm:chPref val="3"/>
        </dgm:presLayoutVars>
      </dgm:prSet>
      <dgm:spPr/>
    </dgm:pt>
    <dgm:pt modelId="{947927DE-E3E4-486E-A1F6-0CD0895E230F}" type="pres">
      <dgm:prSet presAssocID="{76E64154-3F93-4B92-9A6A-4B1147823A83}" presName="hierChild3" presStyleCnt="0"/>
      <dgm:spPr/>
    </dgm:pt>
  </dgm:ptLst>
  <dgm:cxnLst>
    <dgm:cxn modelId="{3E71FF1E-4F46-4F1F-B9B3-082A1011F438}" type="presOf" srcId="{E5414C7E-81F0-4FBF-BAD6-7FADAEFAA569}" destId="{5D538FE6-B70B-4F42-A930-FEEBD2B9B536}" srcOrd="0" destOrd="0" presId="urn:microsoft.com/office/officeart/2005/8/layout/hierarchy1"/>
    <dgm:cxn modelId="{0A602B30-64E2-4F15-960F-028A53AFEB3B}" type="presOf" srcId="{D3F73DA4-21AF-4707-95C9-67D8FE49FEE6}" destId="{536A113F-B43C-420D-A09B-C9CB8514B0BE}" srcOrd="0" destOrd="0" presId="urn:microsoft.com/office/officeart/2005/8/layout/hierarchy1"/>
    <dgm:cxn modelId="{4DF4C25D-9398-468D-AA61-A87ED6370686}" srcId="{39D9B978-E66B-4402-B058-4A706466D152}" destId="{BA36F059-0F7D-47DB-89EB-A50CFD3D03DD}" srcOrd="0" destOrd="0" parTransId="{CDCD74C9-D8FA-43B7-B26E-B246EE4F0A36}" sibTransId="{C1FD6DF2-CA6F-40A3-84CC-2F924D19A5C1}"/>
    <dgm:cxn modelId="{60CAD945-579D-4692-A038-339BB587F4AC}" srcId="{39D9B978-E66B-4402-B058-4A706466D152}" destId="{8AE6A6F8-1AC8-45DC-8A5B-5DD0BE0DCA31}" srcOrd="1" destOrd="0" parTransId="{C89E0626-8474-40D2-9EA6-EBC3CE93229B}" sibTransId="{2C0FE480-6B64-401A-A226-7E9A102909C5}"/>
    <dgm:cxn modelId="{1AF68B80-97AD-4A02-9B71-AFC34187C06B}" type="presOf" srcId="{76E64154-3F93-4B92-9A6A-4B1147823A83}" destId="{AD01DE2B-EE09-4CBD-84FA-28C2684FD2DA}" srcOrd="0" destOrd="0" presId="urn:microsoft.com/office/officeart/2005/8/layout/hierarchy1"/>
    <dgm:cxn modelId="{18430C9D-F8A6-470C-8E15-71EEBB4357F2}" type="presOf" srcId="{8AE6A6F8-1AC8-45DC-8A5B-5DD0BE0DCA31}" destId="{D9CDDE09-7E65-4732-946C-B959F38BF100}" srcOrd="0" destOrd="0" presId="urn:microsoft.com/office/officeart/2005/8/layout/hierarchy1"/>
    <dgm:cxn modelId="{0E723D9E-3ECB-4F13-A7BF-CBC36CD331F0}" type="presOf" srcId="{FA74B590-A592-4EAB-8614-4D6190BCB16E}" destId="{A67A3A9F-6D02-4C26-A192-4CE25C15E54F}" srcOrd="0" destOrd="0" presId="urn:microsoft.com/office/officeart/2005/8/layout/hierarchy1"/>
    <dgm:cxn modelId="{5BB4E1AB-5DEF-4628-97C9-0D17F1604F23}" type="presOf" srcId="{CDCD74C9-D8FA-43B7-B26E-B246EE4F0A36}" destId="{835B026E-6676-4982-92A2-8F3DA6A92C3B}" srcOrd="0" destOrd="0" presId="urn:microsoft.com/office/officeart/2005/8/layout/hierarchy1"/>
    <dgm:cxn modelId="{3A2441B9-85D7-416C-A394-417E1709455D}" srcId="{39D9B978-E66B-4402-B058-4A706466D152}" destId="{76E64154-3F93-4B92-9A6A-4B1147823A83}" srcOrd="2" destOrd="0" parTransId="{E5414C7E-81F0-4FBF-BAD6-7FADAEFAA569}" sibTransId="{BF37FCB4-19B4-42C0-9626-CF5AF7D00079}"/>
    <dgm:cxn modelId="{7159F6CA-56FA-48D4-B1B5-0998BC8E5665}" srcId="{D3F73DA4-21AF-4707-95C9-67D8FE49FEE6}" destId="{39D9B978-E66B-4402-B058-4A706466D152}" srcOrd="1" destOrd="0" parTransId="{D794B449-9EBF-4B9B-927F-27761A9955F4}" sibTransId="{CDEC7971-A152-4771-8B26-EFEF318E77EB}"/>
    <dgm:cxn modelId="{B69AE8D2-A771-4D87-8918-127C015DCCBF}" srcId="{D3F73DA4-21AF-4707-95C9-67D8FE49FEE6}" destId="{FA74B590-A592-4EAB-8614-4D6190BCB16E}" srcOrd="0" destOrd="0" parTransId="{2549064B-BEAC-48B0-9CAA-811FFAC70C75}" sibTransId="{BD6CE3BF-20B9-4E8B-A134-46A5EC542921}"/>
    <dgm:cxn modelId="{598132D9-83F6-433F-905D-3A89F61B47ED}" type="presOf" srcId="{C89E0626-8474-40D2-9EA6-EBC3CE93229B}" destId="{C5D2B46A-152F-4BB6-B16F-6B83EED407CA}" srcOrd="0" destOrd="0" presId="urn:microsoft.com/office/officeart/2005/8/layout/hierarchy1"/>
    <dgm:cxn modelId="{7E4D2FDE-5946-431C-BDCA-EDCDF2DE34B3}" type="presOf" srcId="{BA36F059-0F7D-47DB-89EB-A50CFD3D03DD}" destId="{600FDDE5-7803-47AF-B67D-B4EA5C98BB7A}" srcOrd="0" destOrd="0" presId="urn:microsoft.com/office/officeart/2005/8/layout/hierarchy1"/>
    <dgm:cxn modelId="{24842FF3-0042-4671-9D7F-D1129DEC5D65}" type="presOf" srcId="{39D9B978-E66B-4402-B058-4A706466D152}" destId="{4CCB46C7-DFD0-45ED-9DE2-478FC872D4B0}" srcOrd="0" destOrd="0" presId="urn:microsoft.com/office/officeart/2005/8/layout/hierarchy1"/>
    <dgm:cxn modelId="{A964F5D3-8905-48F2-9F67-1C0FC5876B02}" type="presParOf" srcId="{536A113F-B43C-420D-A09B-C9CB8514B0BE}" destId="{A72E3A39-BDC8-4952-9B32-C165FD8C59C7}" srcOrd="0" destOrd="0" presId="urn:microsoft.com/office/officeart/2005/8/layout/hierarchy1"/>
    <dgm:cxn modelId="{7364936E-8A14-408A-9177-71A8FC4E0C93}" type="presParOf" srcId="{A72E3A39-BDC8-4952-9B32-C165FD8C59C7}" destId="{8924545B-8E4F-4706-A15E-4EF5B0BEC56E}" srcOrd="0" destOrd="0" presId="urn:microsoft.com/office/officeart/2005/8/layout/hierarchy1"/>
    <dgm:cxn modelId="{93714CAF-9F36-4CB3-A9B1-90E54C940EE2}" type="presParOf" srcId="{8924545B-8E4F-4706-A15E-4EF5B0BEC56E}" destId="{653A5FB1-3D39-4D79-9E18-AF1342D530BF}" srcOrd="0" destOrd="0" presId="urn:microsoft.com/office/officeart/2005/8/layout/hierarchy1"/>
    <dgm:cxn modelId="{215D46CC-E65F-4E06-BD85-AB267B3C3B64}" type="presParOf" srcId="{8924545B-8E4F-4706-A15E-4EF5B0BEC56E}" destId="{A67A3A9F-6D02-4C26-A192-4CE25C15E54F}" srcOrd="1" destOrd="0" presId="urn:microsoft.com/office/officeart/2005/8/layout/hierarchy1"/>
    <dgm:cxn modelId="{E84AC5A8-5DCC-4A10-B15D-199EDD210836}" type="presParOf" srcId="{A72E3A39-BDC8-4952-9B32-C165FD8C59C7}" destId="{5DBD1E13-AA4B-448F-87B1-DC8197C25E65}" srcOrd="1" destOrd="0" presId="urn:microsoft.com/office/officeart/2005/8/layout/hierarchy1"/>
    <dgm:cxn modelId="{3E2FDE24-08FA-4E69-A0AC-C405A22567E0}" type="presParOf" srcId="{536A113F-B43C-420D-A09B-C9CB8514B0BE}" destId="{B3C1234F-9FCF-435D-AB7B-B3C5E9D5DCBC}" srcOrd="1" destOrd="0" presId="urn:microsoft.com/office/officeart/2005/8/layout/hierarchy1"/>
    <dgm:cxn modelId="{51C7B6E6-9438-42E6-BDB5-FA5AC5BCFCEE}" type="presParOf" srcId="{B3C1234F-9FCF-435D-AB7B-B3C5E9D5DCBC}" destId="{2D30424B-C9F2-4EA8-9008-F9404B548A76}" srcOrd="0" destOrd="0" presId="urn:microsoft.com/office/officeart/2005/8/layout/hierarchy1"/>
    <dgm:cxn modelId="{B10B5812-9F2B-4127-9CF7-45FB7474A51C}" type="presParOf" srcId="{2D30424B-C9F2-4EA8-9008-F9404B548A76}" destId="{B8A0D570-8FE4-458D-A665-ED69501B017A}" srcOrd="0" destOrd="0" presId="urn:microsoft.com/office/officeart/2005/8/layout/hierarchy1"/>
    <dgm:cxn modelId="{1A8AC215-B533-4690-A417-3DCCBDF0E5BE}" type="presParOf" srcId="{2D30424B-C9F2-4EA8-9008-F9404B548A76}" destId="{4CCB46C7-DFD0-45ED-9DE2-478FC872D4B0}" srcOrd="1" destOrd="0" presId="urn:microsoft.com/office/officeart/2005/8/layout/hierarchy1"/>
    <dgm:cxn modelId="{924D1328-C90B-4146-A019-64B01F59DC3D}" type="presParOf" srcId="{B3C1234F-9FCF-435D-AB7B-B3C5E9D5DCBC}" destId="{DEB49EA3-B974-44B5-AD3F-FD5E14CE4883}" srcOrd="1" destOrd="0" presId="urn:microsoft.com/office/officeart/2005/8/layout/hierarchy1"/>
    <dgm:cxn modelId="{446B18E4-A3A9-4362-9431-24D475FFDC10}" type="presParOf" srcId="{DEB49EA3-B974-44B5-AD3F-FD5E14CE4883}" destId="{835B026E-6676-4982-92A2-8F3DA6A92C3B}" srcOrd="0" destOrd="0" presId="urn:microsoft.com/office/officeart/2005/8/layout/hierarchy1"/>
    <dgm:cxn modelId="{AFFE4B05-82B1-41D7-90C9-D48FB05E836E}" type="presParOf" srcId="{DEB49EA3-B974-44B5-AD3F-FD5E14CE4883}" destId="{77D66219-B463-46CC-9F4E-108525F3C6D5}" srcOrd="1" destOrd="0" presId="urn:microsoft.com/office/officeart/2005/8/layout/hierarchy1"/>
    <dgm:cxn modelId="{54FC0B77-1E0A-468A-A000-73991BDE2DD0}" type="presParOf" srcId="{77D66219-B463-46CC-9F4E-108525F3C6D5}" destId="{21386530-09F6-483D-917E-D34C0B3E8767}" srcOrd="0" destOrd="0" presId="urn:microsoft.com/office/officeart/2005/8/layout/hierarchy1"/>
    <dgm:cxn modelId="{57E5AF15-11E7-4612-9249-A7BAA722B9DA}" type="presParOf" srcId="{21386530-09F6-483D-917E-D34C0B3E8767}" destId="{F3C78F3A-A307-41E8-A065-AB56BAAC153B}" srcOrd="0" destOrd="0" presId="urn:microsoft.com/office/officeart/2005/8/layout/hierarchy1"/>
    <dgm:cxn modelId="{B091635D-228C-42AB-8BD5-43F696FDC65E}" type="presParOf" srcId="{21386530-09F6-483D-917E-D34C0B3E8767}" destId="{600FDDE5-7803-47AF-B67D-B4EA5C98BB7A}" srcOrd="1" destOrd="0" presId="urn:microsoft.com/office/officeart/2005/8/layout/hierarchy1"/>
    <dgm:cxn modelId="{6B6F7DB2-F7A4-4742-A1C6-7E08DD7B8334}" type="presParOf" srcId="{77D66219-B463-46CC-9F4E-108525F3C6D5}" destId="{7355C18E-64F6-49FB-B9E2-95FD7245B4C5}" srcOrd="1" destOrd="0" presId="urn:microsoft.com/office/officeart/2005/8/layout/hierarchy1"/>
    <dgm:cxn modelId="{3452A1C5-4CFE-4770-B0C7-69A4C7FFBF03}" type="presParOf" srcId="{DEB49EA3-B974-44B5-AD3F-FD5E14CE4883}" destId="{C5D2B46A-152F-4BB6-B16F-6B83EED407CA}" srcOrd="2" destOrd="0" presId="urn:microsoft.com/office/officeart/2005/8/layout/hierarchy1"/>
    <dgm:cxn modelId="{FC094370-5A47-49EE-A8F2-B04319962CFE}" type="presParOf" srcId="{DEB49EA3-B974-44B5-AD3F-FD5E14CE4883}" destId="{753618FC-C345-42AC-84CB-5FA26CE2E0E2}" srcOrd="3" destOrd="0" presId="urn:microsoft.com/office/officeart/2005/8/layout/hierarchy1"/>
    <dgm:cxn modelId="{638ED093-4DEB-4AB7-BB7D-372171F02D67}" type="presParOf" srcId="{753618FC-C345-42AC-84CB-5FA26CE2E0E2}" destId="{892A34A6-86D4-46C6-922E-9DCFA20F66BE}" srcOrd="0" destOrd="0" presId="urn:microsoft.com/office/officeart/2005/8/layout/hierarchy1"/>
    <dgm:cxn modelId="{C5F0D0DC-F140-4881-B98A-26460B47D36A}" type="presParOf" srcId="{892A34A6-86D4-46C6-922E-9DCFA20F66BE}" destId="{4AD03CBE-9C94-47CC-9148-75F5B340C055}" srcOrd="0" destOrd="0" presId="urn:microsoft.com/office/officeart/2005/8/layout/hierarchy1"/>
    <dgm:cxn modelId="{C8D0964D-41B9-474E-8A57-7A157AB10A39}" type="presParOf" srcId="{892A34A6-86D4-46C6-922E-9DCFA20F66BE}" destId="{D9CDDE09-7E65-4732-946C-B959F38BF100}" srcOrd="1" destOrd="0" presId="urn:microsoft.com/office/officeart/2005/8/layout/hierarchy1"/>
    <dgm:cxn modelId="{F7AE5E8E-FC71-4311-B4FB-97D940578C6A}" type="presParOf" srcId="{753618FC-C345-42AC-84CB-5FA26CE2E0E2}" destId="{1571D93C-D679-4E97-B5CD-662368AC57BE}" srcOrd="1" destOrd="0" presId="urn:microsoft.com/office/officeart/2005/8/layout/hierarchy1"/>
    <dgm:cxn modelId="{998F1D55-2463-4C46-8908-36EDB5179AA5}" type="presParOf" srcId="{DEB49EA3-B974-44B5-AD3F-FD5E14CE4883}" destId="{5D538FE6-B70B-4F42-A930-FEEBD2B9B536}" srcOrd="4" destOrd="0" presId="urn:microsoft.com/office/officeart/2005/8/layout/hierarchy1"/>
    <dgm:cxn modelId="{9833CED4-1222-42C9-8ED9-B7B3F6AE4762}" type="presParOf" srcId="{DEB49EA3-B974-44B5-AD3F-FD5E14CE4883}" destId="{5ABE02EF-DAFB-48E1-A742-D8F664106EB7}" srcOrd="5" destOrd="0" presId="urn:microsoft.com/office/officeart/2005/8/layout/hierarchy1"/>
    <dgm:cxn modelId="{7E7F1CA2-1884-4F9E-B876-944A53BE8D18}" type="presParOf" srcId="{5ABE02EF-DAFB-48E1-A742-D8F664106EB7}" destId="{A3A5A685-C41A-4667-AE89-23559CE9DD26}" srcOrd="0" destOrd="0" presId="urn:microsoft.com/office/officeart/2005/8/layout/hierarchy1"/>
    <dgm:cxn modelId="{F7752DDC-0534-4C46-B1F6-115BB3F6CF12}" type="presParOf" srcId="{A3A5A685-C41A-4667-AE89-23559CE9DD26}" destId="{9D901F00-3742-4DDA-A20B-794F40638405}" srcOrd="0" destOrd="0" presId="urn:microsoft.com/office/officeart/2005/8/layout/hierarchy1"/>
    <dgm:cxn modelId="{064851AC-20A4-4680-A255-FF244082F4FA}" type="presParOf" srcId="{A3A5A685-C41A-4667-AE89-23559CE9DD26}" destId="{AD01DE2B-EE09-4CBD-84FA-28C2684FD2DA}" srcOrd="1" destOrd="0" presId="urn:microsoft.com/office/officeart/2005/8/layout/hierarchy1"/>
    <dgm:cxn modelId="{DC918755-9048-482C-BA9E-01D7023A2BE3}" type="presParOf" srcId="{5ABE02EF-DAFB-48E1-A742-D8F664106EB7}" destId="{947927DE-E3E4-486E-A1F6-0CD0895E230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2EFBC0-17AC-4FC3-A628-45E68D02840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64BD12-1DF4-45E1-8734-5B8EC1302A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 React es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librería</a:t>
          </a:r>
          <a:r>
            <a:rPr lang="en-US" dirty="0"/>
            <a:t> </a:t>
          </a:r>
          <a:r>
            <a:rPr lang="en-US" dirty="0" err="1"/>
            <a:t>ligera</a:t>
          </a:r>
          <a:r>
            <a:rPr lang="en-US" dirty="0"/>
            <a:t> y </a:t>
          </a:r>
          <a:r>
            <a:rPr lang="en-US" dirty="0" err="1"/>
            <a:t>rápida</a:t>
          </a:r>
          <a:endParaRPr lang="en-US" dirty="0"/>
        </a:p>
      </dgm:t>
    </dgm:pt>
    <dgm:pt modelId="{4B1242FF-C156-4A1B-8F61-DBF43C8E8F65}" type="parTrans" cxnId="{A379DDE6-C16C-4B5A-B65A-7B04B0AE21A6}">
      <dgm:prSet/>
      <dgm:spPr/>
      <dgm:t>
        <a:bodyPr/>
        <a:lstStyle/>
        <a:p>
          <a:endParaRPr lang="en-US"/>
        </a:p>
      </dgm:t>
    </dgm:pt>
    <dgm:pt modelId="{FAAEFA4D-D2F9-4C5C-BBE6-9942790F02A1}" type="sibTrans" cxnId="{A379DDE6-C16C-4B5A-B65A-7B04B0AE21A6}">
      <dgm:prSet/>
      <dgm:spPr/>
      <dgm:t>
        <a:bodyPr/>
        <a:lstStyle/>
        <a:p>
          <a:endParaRPr lang="en-US"/>
        </a:p>
      </dgm:t>
    </dgm:pt>
    <dgm:pt modelId="{EF58540A-83E6-4ACD-B319-3F6920D0CC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Gran </a:t>
          </a:r>
          <a:r>
            <a:rPr lang="en-US" dirty="0" err="1"/>
            <a:t>comunidad</a:t>
          </a:r>
          <a:r>
            <a:rPr lang="en-US" dirty="0"/>
            <a:t> y </a:t>
          </a:r>
          <a:r>
            <a:rPr lang="en-US" dirty="0" err="1"/>
            <a:t>soporte</a:t>
          </a:r>
          <a:endParaRPr lang="en-US" dirty="0"/>
        </a:p>
      </dgm:t>
    </dgm:pt>
    <dgm:pt modelId="{326270E5-A871-4A98-B5BF-CFD704AE6359}" type="parTrans" cxnId="{78BA8018-7395-4037-BFF4-851847D586D2}">
      <dgm:prSet/>
      <dgm:spPr/>
      <dgm:t>
        <a:bodyPr/>
        <a:lstStyle/>
        <a:p>
          <a:endParaRPr lang="en-US"/>
        </a:p>
      </dgm:t>
    </dgm:pt>
    <dgm:pt modelId="{8A14F88E-5530-41FB-803B-0D8D324B5A42}" type="sibTrans" cxnId="{78BA8018-7395-4037-BFF4-851847D586D2}">
      <dgm:prSet/>
      <dgm:spPr/>
      <dgm:t>
        <a:bodyPr/>
        <a:lstStyle/>
        <a:p>
          <a:endParaRPr lang="en-US"/>
        </a:p>
      </dgm:t>
    </dgm:pt>
    <dgm:pt modelId="{41B27EF5-AB5E-4C54-A43E-20D26BF1B50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Ideal para </a:t>
          </a:r>
          <a:r>
            <a:rPr lang="en-US" dirty="0" err="1"/>
            <a:t>aplicaciones</a:t>
          </a:r>
          <a:r>
            <a:rPr lang="en-US" dirty="0"/>
            <a:t> web </a:t>
          </a:r>
          <a:r>
            <a:rPr lang="en-US" dirty="0" err="1"/>
            <a:t>modernas</a:t>
          </a:r>
          <a:r>
            <a:rPr lang="en-US" dirty="0"/>
            <a:t> (SPA)</a:t>
          </a:r>
        </a:p>
      </dgm:t>
    </dgm:pt>
    <dgm:pt modelId="{D9FBA84D-7D3D-4047-A3D1-E574D84E8BAD}" type="parTrans" cxnId="{5CA1A304-9873-4465-B0E6-2827ED375CF7}">
      <dgm:prSet/>
      <dgm:spPr/>
      <dgm:t>
        <a:bodyPr/>
        <a:lstStyle/>
        <a:p>
          <a:endParaRPr lang="en-US"/>
        </a:p>
      </dgm:t>
    </dgm:pt>
    <dgm:pt modelId="{A06679AE-2AF0-440A-A448-DDF680F8CA60}" type="sibTrans" cxnId="{5CA1A304-9873-4465-B0E6-2827ED375CF7}">
      <dgm:prSet/>
      <dgm:spPr/>
      <dgm:t>
        <a:bodyPr/>
        <a:lstStyle/>
        <a:p>
          <a:endParaRPr lang="en-US"/>
        </a:p>
      </dgm:t>
    </dgm:pt>
    <dgm:pt modelId="{D29F7EC9-85A1-4BF9-AF74-7CBDDD030E61}" type="pres">
      <dgm:prSet presAssocID="{AA2EFBC0-17AC-4FC3-A628-45E68D028403}" presName="root" presStyleCnt="0">
        <dgm:presLayoutVars>
          <dgm:dir/>
          <dgm:resizeHandles val="exact"/>
        </dgm:presLayoutVars>
      </dgm:prSet>
      <dgm:spPr/>
    </dgm:pt>
    <dgm:pt modelId="{69623E95-A08C-4A82-A618-4B8653CB191D}" type="pres">
      <dgm:prSet presAssocID="{7664BD12-1DF4-45E1-8734-5B8EC1302AAA}" presName="compNode" presStyleCnt="0"/>
      <dgm:spPr/>
    </dgm:pt>
    <dgm:pt modelId="{BB991C57-9431-4C59-91AC-4DEB23B75167}" type="pres">
      <dgm:prSet presAssocID="{7664BD12-1DF4-45E1-8734-5B8EC1302AAA}" presName="iconBgRect" presStyleLbl="bgShp" presStyleIdx="0" presStyleCnt="3"/>
      <dgm:spPr/>
    </dgm:pt>
    <dgm:pt modelId="{7591345E-C363-4C62-96EE-2ADE47E88B88}" type="pres">
      <dgm:prSet presAssocID="{7664BD12-1DF4-45E1-8734-5B8EC1302A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EAF70B0C-4446-4776-B9AA-FA315119DEB6}" type="pres">
      <dgm:prSet presAssocID="{7664BD12-1DF4-45E1-8734-5B8EC1302AAA}" presName="spaceRect" presStyleCnt="0"/>
      <dgm:spPr/>
    </dgm:pt>
    <dgm:pt modelId="{42D7611B-0334-4DEA-8327-857436EB3E75}" type="pres">
      <dgm:prSet presAssocID="{7664BD12-1DF4-45E1-8734-5B8EC1302AAA}" presName="textRect" presStyleLbl="revTx" presStyleIdx="0" presStyleCnt="3">
        <dgm:presLayoutVars>
          <dgm:chMax val="1"/>
          <dgm:chPref val="1"/>
        </dgm:presLayoutVars>
      </dgm:prSet>
      <dgm:spPr/>
    </dgm:pt>
    <dgm:pt modelId="{9FDDBC25-D1D2-4C21-AB08-B8E086776114}" type="pres">
      <dgm:prSet presAssocID="{FAAEFA4D-D2F9-4C5C-BBE6-9942790F02A1}" presName="sibTrans" presStyleCnt="0"/>
      <dgm:spPr/>
    </dgm:pt>
    <dgm:pt modelId="{C94D9AF8-9EEB-4A88-BA4A-7E17107379F6}" type="pres">
      <dgm:prSet presAssocID="{EF58540A-83E6-4ACD-B319-3F6920D0CC20}" presName="compNode" presStyleCnt="0"/>
      <dgm:spPr/>
    </dgm:pt>
    <dgm:pt modelId="{6321C3D5-D79C-440A-89D4-DE52B147E001}" type="pres">
      <dgm:prSet presAssocID="{EF58540A-83E6-4ACD-B319-3F6920D0CC20}" presName="iconBgRect" presStyleLbl="bgShp" presStyleIdx="1" presStyleCnt="3"/>
      <dgm:spPr/>
    </dgm:pt>
    <dgm:pt modelId="{0924086F-4351-439D-8C64-68CC6BB0A5FD}" type="pres">
      <dgm:prSet presAssocID="{EF58540A-83E6-4ACD-B319-3F6920D0CC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FDAD7D2C-6E36-42F0-A285-370D235EDF82}" type="pres">
      <dgm:prSet presAssocID="{EF58540A-83E6-4ACD-B319-3F6920D0CC20}" presName="spaceRect" presStyleCnt="0"/>
      <dgm:spPr/>
    </dgm:pt>
    <dgm:pt modelId="{E9D91B32-DBDF-4CD9-A32B-8FF3621BE9A0}" type="pres">
      <dgm:prSet presAssocID="{EF58540A-83E6-4ACD-B319-3F6920D0CC20}" presName="textRect" presStyleLbl="revTx" presStyleIdx="1" presStyleCnt="3">
        <dgm:presLayoutVars>
          <dgm:chMax val="1"/>
          <dgm:chPref val="1"/>
        </dgm:presLayoutVars>
      </dgm:prSet>
      <dgm:spPr/>
    </dgm:pt>
    <dgm:pt modelId="{29194E9F-6089-4DFB-84DC-6F1FA345B9AE}" type="pres">
      <dgm:prSet presAssocID="{8A14F88E-5530-41FB-803B-0D8D324B5A42}" presName="sibTrans" presStyleCnt="0"/>
      <dgm:spPr/>
    </dgm:pt>
    <dgm:pt modelId="{D4095E10-41D5-4DAF-9B19-C4E37918A65A}" type="pres">
      <dgm:prSet presAssocID="{41B27EF5-AB5E-4C54-A43E-20D26BF1B508}" presName="compNode" presStyleCnt="0"/>
      <dgm:spPr/>
    </dgm:pt>
    <dgm:pt modelId="{05E38BF5-1364-44A2-AC57-772819C52F61}" type="pres">
      <dgm:prSet presAssocID="{41B27EF5-AB5E-4C54-A43E-20D26BF1B508}" presName="iconBgRect" presStyleLbl="bgShp" presStyleIdx="2" presStyleCnt="3"/>
      <dgm:spPr/>
    </dgm:pt>
    <dgm:pt modelId="{931AD5B0-0EB2-4B31-81DE-C39CC554D3BA}" type="pres">
      <dgm:prSet presAssocID="{41B27EF5-AB5E-4C54-A43E-20D26BF1B5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C5E6286-81C7-47BB-8436-FBEAE8FDA0C4}" type="pres">
      <dgm:prSet presAssocID="{41B27EF5-AB5E-4C54-A43E-20D26BF1B508}" presName="spaceRect" presStyleCnt="0"/>
      <dgm:spPr/>
    </dgm:pt>
    <dgm:pt modelId="{08B33E33-036A-479E-BD69-CDC343DC1391}" type="pres">
      <dgm:prSet presAssocID="{41B27EF5-AB5E-4C54-A43E-20D26BF1B5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CA1A304-9873-4465-B0E6-2827ED375CF7}" srcId="{AA2EFBC0-17AC-4FC3-A628-45E68D028403}" destId="{41B27EF5-AB5E-4C54-A43E-20D26BF1B508}" srcOrd="2" destOrd="0" parTransId="{D9FBA84D-7D3D-4047-A3D1-E574D84E8BAD}" sibTransId="{A06679AE-2AF0-440A-A448-DDF680F8CA60}"/>
    <dgm:cxn modelId="{78BA8018-7395-4037-BFF4-851847D586D2}" srcId="{AA2EFBC0-17AC-4FC3-A628-45E68D028403}" destId="{EF58540A-83E6-4ACD-B319-3F6920D0CC20}" srcOrd="1" destOrd="0" parTransId="{326270E5-A871-4A98-B5BF-CFD704AE6359}" sibTransId="{8A14F88E-5530-41FB-803B-0D8D324B5A42}"/>
    <dgm:cxn modelId="{A396329A-5ACA-41BD-A24A-11F48BCB5BAA}" type="presOf" srcId="{EF58540A-83E6-4ACD-B319-3F6920D0CC20}" destId="{E9D91B32-DBDF-4CD9-A32B-8FF3621BE9A0}" srcOrd="0" destOrd="0" presId="urn:microsoft.com/office/officeart/2018/5/layout/IconCircleLabelList"/>
    <dgm:cxn modelId="{8A09A5AB-8746-4CAE-84FD-BC453243B8E6}" type="presOf" srcId="{41B27EF5-AB5E-4C54-A43E-20D26BF1B508}" destId="{08B33E33-036A-479E-BD69-CDC343DC1391}" srcOrd="0" destOrd="0" presId="urn:microsoft.com/office/officeart/2018/5/layout/IconCircleLabelList"/>
    <dgm:cxn modelId="{A5B26EC7-B2E5-4AD5-825E-A25539EB2D78}" type="presOf" srcId="{7664BD12-1DF4-45E1-8734-5B8EC1302AAA}" destId="{42D7611B-0334-4DEA-8327-857436EB3E75}" srcOrd="0" destOrd="0" presId="urn:microsoft.com/office/officeart/2018/5/layout/IconCircleLabelList"/>
    <dgm:cxn modelId="{A379DDE6-C16C-4B5A-B65A-7B04B0AE21A6}" srcId="{AA2EFBC0-17AC-4FC3-A628-45E68D028403}" destId="{7664BD12-1DF4-45E1-8734-5B8EC1302AAA}" srcOrd="0" destOrd="0" parTransId="{4B1242FF-C156-4A1B-8F61-DBF43C8E8F65}" sibTransId="{FAAEFA4D-D2F9-4C5C-BBE6-9942790F02A1}"/>
    <dgm:cxn modelId="{866939FF-1BBF-4530-B85B-F3D800BD2C8F}" type="presOf" srcId="{AA2EFBC0-17AC-4FC3-A628-45E68D028403}" destId="{D29F7EC9-85A1-4BF9-AF74-7CBDDD030E61}" srcOrd="0" destOrd="0" presId="urn:microsoft.com/office/officeart/2018/5/layout/IconCircleLabelList"/>
    <dgm:cxn modelId="{CB65F8F9-3F26-436F-9ADF-24C4731D6CAA}" type="presParOf" srcId="{D29F7EC9-85A1-4BF9-AF74-7CBDDD030E61}" destId="{69623E95-A08C-4A82-A618-4B8653CB191D}" srcOrd="0" destOrd="0" presId="urn:microsoft.com/office/officeart/2018/5/layout/IconCircleLabelList"/>
    <dgm:cxn modelId="{04110B10-0A20-4C99-89C0-FE1F3F67010F}" type="presParOf" srcId="{69623E95-A08C-4A82-A618-4B8653CB191D}" destId="{BB991C57-9431-4C59-91AC-4DEB23B75167}" srcOrd="0" destOrd="0" presId="urn:microsoft.com/office/officeart/2018/5/layout/IconCircleLabelList"/>
    <dgm:cxn modelId="{4B2CF576-6A93-4432-B912-A08141C21539}" type="presParOf" srcId="{69623E95-A08C-4A82-A618-4B8653CB191D}" destId="{7591345E-C363-4C62-96EE-2ADE47E88B88}" srcOrd="1" destOrd="0" presId="urn:microsoft.com/office/officeart/2018/5/layout/IconCircleLabelList"/>
    <dgm:cxn modelId="{1DA4BC23-5726-4CE0-924D-F06C5413B3D3}" type="presParOf" srcId="{69623E95-A08C-4A82-A618-4B8653CB191D}" destId="{EAF70B0C-4446-4776-B9AA-FA315119DEB6}" srcOrd="2" destOrd="0" presId="urn:microsoft.com/office/officeart/2018/5/layout/IconCircleLabelList"/>
    <dgm:cxn modelId="{EEE143FC-C90B-4A57-8E56-CCD33B48733F}" type="presParOf" srcId="{69623E95-A08C-4A82-A618-4B8653CB191D}" destId="{42D7611B-0334-4DEA-8327-857436EB3E75}" srcOrd="3" destOrd="0" presId="urn:microsoft.com/office/officeart/2018/5/layout/IconCircleLabelList"/>
    <dgm:cxn modelId="{DC8A16E2-8A2A-427B-BE58-CD83B538F825}" type="presParOf" srcId="{D29F7EC9-85A1-4BF9-AF74-7CBDDD030E61}" destId="{9FDDBC25-D1D2-4C21-AB08-B8E086776114}" srcOrd="1" destOrd="0" presId="urn:microsoft.com/office/officeart/2018/5/layout/IconCircleLabelList"/>
    <dgm:cxn modelId="{F56AD6F5-328F-4083-8ACD-9B36CC92C6F3}" type="presParOf" srcId="{D29F7EC9-85A1-4BF9-AF74-7CBDDD030E61}" destId="{C94D9AF8-9EEB-4A88-BA4A-7E17107379F6}" srcOrd="2" destOrd="0" presId="urn:microsoft.com/office/officeart/2018/5/layout/IconCircleLabelList"/>
    <dgm:cxn modelId="{D27DE835-2799-4899-ACB1-A5E8AEC48FFD}" type="presParOf" srcId="{C94D9AF8-9EEB-4A88-BA4A-7E17107379F6}" destId="{6321C3D5-D79C-440A-89D4-DE52B147E001}" srcOrd="0" destOrd="0" presId="urn:microsoft.com/office/officeart/2018/5/layout/IconCircleLabelList"/>
    <dgm:cxn modelId="{0C260EE0-6852-4956-9AE2-C0144FE4F6C0}" type="presParOf" srcId="{C94D9AF8-9EEB-4A88-BA4A-7E17107379F6}" destId="{0924086F-4351-439D-8C64-68CC6BB0A5FD}" srcOrd="1" destOrd="0" presId="urn:microsoft.com/office/officeart/2018/5/layout/IconCircleLabelList"/>
    <dgm:cxn modelId="{E9BE4EAB-3467-4181-80AD-CCE524F9C7B9}" type="presParOf" srcId="{C94D9AF8-9EEB-4A88-BA4A-7E17107379F6}" destId="{FDAD7D2C-6E36-42F0-A285-370D235EDF82}" srcOrd="2" destOrd="0" presId="urn:microsoft.com/office/officeart/2018/5/layout/IconCircleLabelList"/>
    <dgm:cxn modelId="{C0AE679C-6944-495A-AE8A-6084139F642E}" type="presParOf" srcId="{C94D9AF8-9EEB-4A88-BA4A-7E17107379F6}" destId="{E9D91B32-DBDF-4CD9-A32B-8FF3621BE9A0}" srcOrd="3" destOrd="0" presId="urn:microsoft.com/office/officeart/2018/5/layout/IconCircleLabelList"/>
    <dgm:cxn modelId="{96714BB7-3D0D-434C-AF39-7E15753EFE32}" type="presParOf" srcId="{D29F7EC9-85A1-4BF9-AF74-7CBDDD030E61}" destId="{29194E9F-6089-4DFB-84DC-6F1FA345B9AE}" srcOrd="3" destOrd="0" presId="urn:microsoft.com/office/officeart/2018/5/layout/IconCircleLabelList"/>
    <dgm:cxn modelId="{70FF6881-9763-41CE-95E2-150BD9046B47}" type="presParOf" srcId="{D29F7EC9-85A1-4BF9-AF74-7CBDDD030E61}" destId="{D4095E10-41D5-4DAF-9B19-C4E37918A65A}" srcOrd="4" destOrd="0" presId="urn:microsoft.com/office/officeart/2018/5/layout/IconCircleLabelList"/>
    <dgm:cxn modelId="{6ED8C993-C77E-4D93-8ED6-2BC69E525B40}" type="presParOf" srcId="{D4095E10-41D5-4DAF-9B19-C4E37918A65A}" destId="{05E38BF5-1364-44A2-AC57-772819C52F61}" srcOrd="0" destOrd="0" presId="urn:microsoft.com/office/officeart/2018/5/layout/IconCircleLabelList"/>
    <dgm:cxn modelId="{919ADFD1-2A14-46EC-AA98-2778F83E52C4}" type="presParOf" srcId="{D4095E10-41D5-4DAF-9B19-C4E37918A65A}" destId="{931AD5B0-0EB2-4B31-81DE-C39CC554D3BA}" srcOrd="1" destOrd="0" presId="urn:microsoft.com/office/officeart/2018/5/layout/IconCircleLabelList"/>
    <dgm:cxn modelId="{9BC3D845-F62F-4A99-B620-C912543AC0C3}" type="presParOf" srcId="{D4095E10-41D5-4DAF-9B19-C4E37918A65A}" destId="{BC5E6286-81C7-47BB-8436-FBEAE8FDA0C4}" srcOrd="2" destOrd="0" presId="urn:microsoft.com/office/officeart/2018/5/layout/IconCircleLabelList"/>
    <dgm:cxn modelId="{5D162037-06EC-4C52-9EEA-2B6C9D41F0C9}" type="presParOf" srcId="{D4095E10-41D5-4DAF-9B19-C4E37918A65A}" destId="{08B33E33-036A-479E-BD69-CDC343DC139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D99C9-5333-49A9-B069-2BCB64F62BC6}">
      <dsp:nvSpPr>
        <dsp:cNvPr id="0" name=""/>
        <dsp:cNvSpPr/>
      </dsp:nvSpPr>
      <dsp:spPr>
        <a:xfrm>
          <a:off x="469284" y="432399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484E2-3AD8-4FD9-B942-D872B5CA677F}">
      <dsp:nvSpPr>
        <dsp:cNvPr id="0" name=""/>
        <dsp:cNvSpPr/>
      </dsp:nvSpPr>
      <dsp:spPr>
        <a:xfrm>
          <a:off x="76178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66C76-620E-4888-9F00-98B3DA2C08B4}">
      <dsp:nvSpPr>
        <dsp:cNvPr id="0" name=""/>
        <dsp:cNvSpPr/>
      </dsp:nvSpPr>
      <dsp:spPr>
        <a:xfrm>
          <a:off x="3053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 Lista de </a:t>
          </a:r>
          <a:r>
            <a:rPr lang="en-US" sz="2300" kern="1200" dirty="0" err="1"/>
            <a:t>tareas</a:t>
          </a:r>
          <a:r>
            <a:rPr lang="en-US" sz="2300" kern="1200" dirty="0"/>
            <a:t> (To-Do List)</a:t>
          </a:r>
        </a:p>
      </dsp:txBody>
      <dsp:txXfrm>
        <a:off x="30534" y="2232399"/>
        <a:ext cx="2250000" cy="720000"/>
      </dsp:txXfrm>
    </dsp:sp>
    <dsp:sp modelId="{26AB85F1-59F7-4C36-B4BB-52714ACFC109}">
      <dsp:nvSpPr>
        <dsp:cNvPr id="0" name=""/>
        <dsp:cNvSpPr/>
      </dsp:nvSpPr>
      <dsp:spPr>
        <a:xfrm>
          <a:off x="3113034" y="432399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654C3-2FE9-419E-8976-85728FD78308}">
      <dsp:nvSpPr>
        <dsp:cNvPr id="0" name=""/>
        <dsp:cNvSpPr/>
      </dsp:nvSpPr>
      <dsp:spPr>
        <a:xfrm>
          <a:off x="340553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0772B-E26B-4861-AED8-BF122F11C621}">
      <dsp:nvSpPr>
        <dsp:cNvPr id="0" name=""/>
        <dsp:cNvSpPr/>
      </dsp:nvSpPr>
      <dsp:spPr>
        <a:xfrm>
          <a:off x="267428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- Calculadora básica</a:t>
          </a:r>
        </a:p>
      </dsp:txBody>
      <dsp:txXfrm>
        <a:off x="2674284" y="2232399"/>
        <a:ext cx="2250000" cy="720000"/>
      </dsp:txXfrm>
    </dsp:sp>
    <dsp:sp modelId="{23C660AE-754B-4D6D-B22C-B94E3B26626D}">
      <dsp:nvSpPr>
        <dsp:cNvPr id="0" name=""/>
        <dsp:cNvSpPr/>
      </dsp:nvSpPr>
      <dsp:spPr>
        <a:xfrm>
          <a:off x="5756784" y="432399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C5559-6243-41F8-B64D-89C8B9D5B0DA}">
      <dsp:nvSpPr>
        <dsp:cNvPr id="0" name=""/>
        <dsp:cNvSpPr/>
      </dsp:nvSpPr>
      <dsp:spPr>
        <a:xfrm>
          <a:off x="604928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24307-B3A7-4AB9-AEFD-0EF9591D480E}">
      <dsp:nvSpPr>
        <dsp:cNvPr id="0" name=""/>
        <dsp:cNvSpPr/>
      </dsp:nvSpPr>
      <dsp:spPr>
        <a:xfrm>
          <a:off x="531803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 Mini </a:t>
          </a:r>
          <a:r>
            <a:rPr lang="en-US" sz="2300" kern="1200" dirty="0" err="1"/>
            <a:t>página</a:t>
          </a:r>
          <a:r>
            <a:rPr lang="en-US" sz="2300" kern="1200" dirty="0"/>
            <a:t> con </a:t>
          </a:r>
          <a:r>
            <a:rPr lang="en-US" sz="2300" kern="1200" dirty="0" err="1"/>
            <a:t>formulario</a:t>
          </a:r>
          <a:endParaRPr lang="en-US" sz="2300" kern="1200" dirty="0"/>
        </a:p>
      </dsp:txBody>
      <dsp:txXfrm>
        <a:off x="5318034" y="2232399"/>
        <a:ext cx="22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0D7D8-A5CA-42CC-AAA1-F82E7F7913E8}">
      <dsp:nvSpPr>
        <dsp:cNvPr id="0" name=""/>
        <dsp:cNvSpPr/>
      </dsp:nvSpPr>
      <dsp:spPr>
        <a:xfrm>
          <a:off x="0" y="64522"/>
          <a:ext cx="4908899" cy="11123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src/ → aquí va tu código React</a:t>
          </a:r>
          <a:endParaRPr lang="en-US" sz="2800" kern="1200"/>
        </a:p>
      </dsp:txBody>
      <dsp:txXfrm>
        <a:off x="54298" y="118820"/>
        <a:ext cx="4800303" cy="1003708"/>
      </dsp:txXfrm>
    </dsp:sp>
    <dsp:sp modelId="{F3CDA45C-9070-429C-BBDE-596A7AD9C219}">
      <dsp:nvSpPr>
        <dsp:cNvPr id="0" name=""/>
        <dsp:cNvSpPr/>
      </dsp:nvSpPr>
      <dsp:spPr>
        <a:xfrm>
          <a:off x="0" y="1257466"/>
          <a:ext cx="4908899" cy="1112304"/>
        </a:xfrm>
        <a:prstGeom prst="roundRect">
          <a:avLst/>
        </a:prstGeom>
        <a:gradFill rotWithShape="0">
          <a:gsLst>
            <a:gs pos="0">
              <a:schemeClr val="accent2">
                <a:hueOff val="-1036716"/>
                <a:satOff val="-5484"/>
                <a:lumOff val="-2091"/>
                <a:alphaOff val="0"/>
                <a:tint val="98000"/>
                <a:lumMod val="100000"/>
              </a:schemeClr>
            </a:gs>
            <a:gs pos="100000">
              <a:schemeClr val="accent2">
                <a:hueOff val="-1036716"/>
                <a:satOff val="-5484"/>
                <a:lumOff val="-2091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 err="1"/>
            <a:t>src</a:t>
          </a:r>
          <a:r>
            <a:rPr lang="es-MX" sz="2800" kern="1200" dirty="0"/>
            <a:t>/App.js → componente  principal</a:t>
          </a:r>
          <a:endParaRPr lang="en-US" sz="2800" kern="1200" dirty="0"/>
        </a:p>
      </dsp:txBody>
      <dsp:txXfrm>
        <a:off x="54298" y="1311764"/>
        <a:ext cx="4800303" cy="1003708"/>
      </dsp:txXfrm>
    </dsp:sp>
    <dsp:sp modelId="{BBC63753-ED35-45D5-BA50-8F0EC38C0FAB}">
      <dsp:nvSpPr>
        <dsp:cNvPr id="0" name=""/>
        <dsp:cNvSpPr/>
      </dsp:nvSpPr>
      <dsp:spPr>
        <a:xfrm>
          <a:off x="0" y="2450411"/>
          <a:ext cx="4908899" cy="1112304"/>
        </a:xfrm>
        <a:prstGeom prst="roundRect">
          <a:avLst/>
        </a:prstGeom>
        <a:gradFill rotWithShape="0">
          <a:gsLst>
            <a:gs pos="0">
              <a:schemeClr val="accent2">
                <a:hueOff val="-2073432"/>
                <a:satOff val="-10969"/>
                <a:lumOff val="-4183"/>
                <a:alphaOff val="0"/>
                <a:tint val="98000"/>
                <a:lumMod val="100000"/>
              </a:schemeClr>
            </a:gs>
            <a:gs pos="100000">
              <a:schemeClr val="accent2">
                <a:hueOff val="-2073432"/>
                <a:satOff val="-10969"/>
                <a:lumOff val="-4183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public/ → HTML base package</a:t>
          </a:r>
          <a:endParaRPr lang="en-US" sz="2800" kern="1200"/>
        </a:p>
      </dsp:txBody>
      <dsp:txXfrm>
        <a:off x="54298" y="2504709"/>
        <a:ext cx="4800303" cy="1003708"/>
      </dsp:txXfrm>
    </dsp:sp>
    <dsp:sp modelId="{2C8EEEBC-C7EB-4FB8-823F-6EDCE114F671}">
      <dsp:nvSpPr>
        <dsp:cNvPr id="0" name=""/>
        <dsp:cNvSpPr/>
      </dsp:nvSpPr>
      <dsp:spPr>
        <a:xfrm>
          <a:off x="0" y="3643355"/>
          <a:ext cx="4908899" cy="1112304"/>
        </a:xfrm>
        <a:prstGeom prst="roundRect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json → dependencias y scripts</a:t>
          </a:r>
          <a:endParaRPr lang="en-US" sz="2800" kern="1200"/>
        </a:p>
      </dsp:txBody>
      <dsp:txXfrm>
        <a:off x="54298" y="3697653"/>
        <a:ext cx="4800303" cy="10037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38FE6-B70B-4F42-A930-FEEBD2B9B536}">
      <dsp:nvSpPr>
        <dsp:cNvPr id="0" name=""/>
        <dsp:cNvSpPr/>
      </dsp:nvSpPr>
      <dsp:spPr>
        <a:xfrm>
          <a:off x="3697808" y="1161987"/>
          <a:ext cx="2232450" cy="531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012"/>
              </a:lnTo>
              <a:lnTo>
                <a:pt x="2232450" y="362012"/>
              </a:lnTo>
              <a:lnTo>
                <a:pt x="2232450" y="531221"/>
              </a:lnTo>
            </a:path>
          </a:pathLst>
        </a:cu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D2B46A-152F-4BB6-B16F-6B83EED407CA}">
      <dsp:nvSpPr>
        <dsp:cNvPr id="0" name=""/>
        <dsp:cNvSpPr/>
      </dsp:nvSpPr>
      <dsp:spPr>
        <a:xfrm>
          <a:off x="3652088" y="1161987"/>
          <a:ext cx="91440" cy="53122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1221"/>
              </a:lnTo>
            </a:path>
          </a:pathLst>
        </a:cu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B026E-6676-4982-92A2-8F3DA6A92C3B}">
      <dsp:nvSpPr>
        <dsp:cNvPr id="0" name=""/>
        <dsp:cNvSpPr/>
      </dsp:nvSpPr>
      <dsp:spPr>
        <a:xfrm>
          <a:off x="1465358" y="1161987"/>
          <a:ext cx="2232450" cy="531221"/>
        </a:xfrm>
        <a:custGeom>
          <a:avLst/>
          <a:gdLst/>
          <a:ahLst/>
          <a:cxnLst/>
          <a:rect l="0" t="0" r="0" b="0"/>
          <a:pathLst>
            <a:path>
              <a:moveTo>
                <a:pt x="2232450" y="0"/>
              </a:moveTo>
              <a:lnTo>
                <a:pt x="2232450" y="362012"/>
              </a:lnTo>
              <a:lnTo>
                <a:pt x="0" y="362012"/>
              </a:lnTo>
              <a:lnTo>
                <a:pt x="0" y="531221"/>
              </a:lnTo>
            </a:path>
          </a:pathLst>
        </a:cu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3A5FB1-3D39-4D79-9E18-AF1342D530BF}">
      <dsp:nvSpPr>
        <dsp:cNvPr id="0" name=""/>
        <dsp:cNvSpPr/>
      </dsp:nvSpPr>
      <dsp:spPr>
        <a:xfrm>
          <a:off x="552083" y="2128"/>
          <a:ext cx="1826550" cy="1159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A3A9F-6D02-4C26-A192-4CE25C15E54F}">
      <dsp:nvSpPr>
        <dsp:cNvPr id="0" name=""/>
        <dsp:cNvSpPr/>
      </dsp:nvSpPr>
      <dsp:spPr>
        <a:xfrm>
          <a:off x="755033" y="194930"/>
          <a:ext cx="1826550" cy="11598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React (frontend): tus componentes (.js/.jsx) en src/. Eso corre en el navegador (Chrome, etc.).</a:t>
          </a:r>
          <a:endParaRPr lang="en-US" sz="1400" kern="1200"/>
        </a:p>
      </dsp:txBody>
      <dsp:txXfrm>
        <a:off x="789004" y="228901"/>
        <a:ext cx="1758608" cy="1091917"/>
      </dsp:txXfrm>
    </dsp:sp>
    <dsp:sp modelId="{B8A0D570-8FE4-458D-A665-ED69501B017A}">
      <dsp:nvSpPr>
        <dsp:cNvPr id="0" name=""/>
        <dsp:cNvSpPr/>
      </dsp:nvSpPr>
      <dsp:spPr>
        <a:xfrm>
          <a:off x="2784533" y="2128"/>
          <a:ext cx="1826550" cy="1159859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B46C7-DFD0-45ED-9DE2-478FC872D4B0}">
      <dsp:nvSpPr>
        <dsp:cNvPr id="0" name=""/>
        <dsp:cNvSpPr/>
      </dsp:nvSpPr>
      <dsp:spPr>
        <a:xfrm>
          <a:off x="2987483" y="194930"/>
          <a:ext cx="1826550" cy="11598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 err="1"/>
            <a:t>Node</a:t>
          </a:r>
          <a:r>
            <a:rPr lang="es-MX" sz="1400" kern="1200" dirty="0"/>
            <a:t>/</a:t>
          </a:r>
          <a:r>
            <a:rPr lang="es-MX" sz="1400" kern="1200" dirty="0" err="1"/>
            <a:t>npm</a:t>
          </a:r>
          <a:r>
            <a:rPr lang="es-MX" sz="1400" kern="1200" dirty="0"/>
            <a:t>: no es donde “escribes </a:t>
          </a:r>
          <a:r>
            <a:rPr lang="es-MX" sz="1400" kern="1200" dirty="0" err="1"/>
            <a:t>React</a:t>
          </a:r>
          <a:r>
            <a:rPr lang="es-MX" sz="1400" kern="1200" dirty="0"/>
            <a:t>”, sino el entorno y gestor para:</a:t>
          </a:r>
          <a:endParaRPr lang="en-US" sz="1400" kern="1200" dirty="0"/>
        </a:p>
      </dsp:txBody>
      <dsp:txXfrm>
        <a:off x="3021454" y="228901"/>
        <a:ext cx="1758608" cy="1091917"/>
      </dsp:txXfrm>
    </dsp:sp>
    <dsp:sp modelId="{F3C78F3A-A307-41E8-A065-AB56BAAC153B}">
      <dsp:nvSpPr>
        <dsp:cNvPr id="0" name=""/>
        <dsp:cNvSpPr/>
      </dsp:nvSpPr>
      <dsp:spPr>
        <a:xfrm>
          <a:off x="552083" y="1693209"/>
          <a:ext cx="1826550" cy="11598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FDDE5-7803-47AF-B67D-B4EA5C98BB7A}">
      <dsp:nvSpPr>
        <dsp:cNvPr id="0" name=""/>
        <dsp:cNvSpPr/>
      </dsp:nvSpPr>
      <dsp:spPr>
        <a:xfrm>
          <a:off x="755033" y="1886012"/>
          <a:ext cx="1826550" cy="11598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Instalar paquetes (npm install ...)</a:t>
          </a:r>
          <a:endParaRPr lang="en-US" sz="1400" kern="1200"/>
        </a:p>
      </dsp:txBody>
      <dsp:txXfrm>
        <a:off x="789004" y="1919983"/>
        <a:ext cx="1758608" cy="1091917"/>
      </dsp:txXfrm>
    </dsp:sp>
    <dsp:sp modelId="{4AD03CBE-9C94-47CC-9148-75F5B340C055}">
      <dsp:nvSpPr>
        <dsp:cNvPr id="0" name=""/>
        <dsp:cNvSpPr/>
      </dsp:nvSpPr>
      <dsp:spPr>
        <a:xfrm>
          <a:off x="2784533" y="1693209"/>
          <a:ext cx="1826550" cy="11598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DDE09-7E65-4732-946C-B959F38BF100}">
      <dsp:nvSpPr>
        <dsp:cNvPr id="0" name=""/>
        <dsp:cNvSpPr/>
      </dsp:nvSpPr>
      <dsp:spPr>
        <a:xfrm>
          <a:off x="2987483" y="1886012"/>
          <a:ext cx="1826550" cy="11598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Correr scripts (npm start, npm run build)</a:t>
          </a:r>
          <a:endParaRPr lang="en-US" sz="1400" kern="1200"/>
        </a:p>
      </dsp:txBody>
      <dsp:txXfrm>
        <a:off x="3021454" y="1919983"/>
        <a:ext cx="1758608" cy="1091917"/>
      </dsp:txXfrm>
    </dsp:sp>
    <dsp:sp modelId="{9D901F00-3742-4DDA-A20B-794F40638405}">
      <dsp:nvSpPr>
        <dsp:cNvPr id="0" name=""/>
        <dsp:cNvSpPr/>
      </dsp:nvSpPr>
      <dsp:spPr>
        <a:xfrm>
          <a:off x="5016984" y="1693209"/>
          <a:ext cx="1826550" cy="11598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1DE2B-EE09-4CBD-84FA-28C2684FD2DA}">
      <dsp:nvSpPr>
        <dsp:cNvPr id="0" name=""/>
        <dsp:cNvSpPr/>
      </dsp:nvSpPr>
      <dsp:spPr>
        <a:xfrm>
          <a:off x="5219934" y="1886012"/>
          <a:ext cx="1826550" cy="11598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Levantar el servidor de desarrollo y compilar JSX a JS del navegador.</a:t>
          </a:r>
          <a:endParaRPr lang="en-US" sz="1400" kern="1200"/>
        </a:p>
      </dsp:txBody>
      <dsp:txXfrm>
        <a:off x="5253905" y="1919983"/>
        <a:ext cx="1758608" cy="10919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91C57-9431-4C59-91AC-4DEB23B75167}">
      <dsp:nvSpPr>
        <dsp:cNvPr id="0" name=""/>
        <dsp:cNvSpPr/>
      </dsp:nvSpPr>
      <dsp:spPr>
        <a:xfrm>
          <a:off x="472950" y="542066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1345E-C363-4C62-96EE-2ADE47E88B88}">
      <dsp:nvSpPr>
        <dsp:cNvPr id="0" name=""/>
        <dsp:cNvSpPr/>
      </dsp:nvSpPr>
      <dsp:spPr>
        <a:xfrm>
          <a:off x="772762" y="841878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7611B-0334-4DEA-8327-857436EB3E75}">
      <dsp:nvSpPr>
        <dsp:cNvPr id="0" name=""/>
        <dsp:cNvSpPr/>
      </dsp:nvSpPr>
      <dsp:spPr>
        <a:xfrm>
          <a:off x="23231" y="238706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 React es </a:t>
          </a:r>
          <a:r>
            <a:rPr lang="en-US" sz="1600" kern="1200" dirty="0" err="1"/>
            <a:t>una</a:t>
          </a:r>
          <a:r>
            <a:rPr lang="en-US" sz="1600" kern="1200" dirty="0"/>
            <a:t> </a:t>
          </a:r>
          <a:r>
            <a:rPr lang="en-US" sz="1600" kern="1200" dirty="0" err="1"/>
            <a:t>librería</a:t>
          </a:r>
          <a:r>
            <a:rPr lang="en-US" sz="1600" kern="1200" dirty="0"/>
            <a:t> </a:t>
          </a:r>
          <a:r>
            <a:rPr lang="en-US" sz="1600" kern="1200" dirty="0" err="1"/>
            <a:t>ligera</a:t>
          </a:r>
          <a:r>
            <a:rPr lang="en-US" sz="1600" kern="1200" dirty="0"/>
            <a:t> y </a:t>
          </a:r>
          <a:r>
            <a:rPr lang="en-US" sz="1600" kern="1200" dirty="0" err="1"/>
            <a:t>rápida</a:t>
          </a:r>
          <a:endParaRPr lang="en-US" sz="1600" kern="1200" dirty="0"/>
        </a:p>
      </dsp:txBody>
      <dsp:txXfrm>
        <a:off x="23231" y="2387066"/>
        <a:ext cx="2306250" cy="720000"/>
      </dsp:txXfrm>
    </dsp:sp>
    <dsp:sp modelId="{6321C3D5-D79C-440A-89D4-DE52B147E001}">
      <dsp:nvSpPr>
        <dsp:cNvPr id="0" name=""/>
        <dsp:cNvSpPr/>
      </dsp:nvSpPr>
      <dsp:spPr>
        <a:xfrm>
          <a:off x="3182793" y="542066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4086F-4351-439D-8C64-68CC6BB0A5FD}">
      <dsp:nvSpPr>
        <dsp:cNvPr id="0" name=""/>
        <dsp:cNvSpPr/>
      </dsp:nvSpPr>
      <dsp:spPr>
        <a:xfrm>
          <a:off x="3482606" y="841878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91B32-DBDF-4CD9-A32B-8FF3621BE9A0}">
      <dsp:nvSpPr>
        <dsp:cNvPr id="0" name=""/>
        <dsp:cNvSpPr/>
      </dsp:nvSpPr>
      <dsp:spPr>
        <a:xfrm>
          <a:off x="2733075" y="238706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Gran </a:t>
          </a:r>
          <a:r>
            <a:rPr lang="en-US" sz="1600" kern="1200" dirty="0" err="1"/>
            <a:t>comunidad</a:t>
          </a:r>
          <a:r>
            <a:rPr lang="en-US" sz="1600" kern="1200" dirty="0"/>
            <a:t> y </a:t>
          </a:r>
          <a:r>
            <a:rPr lang="en-US" sz="1600" kern="1200" dirty="0" err="1"/>
            <a:t>soporte</a:t>
          </a:r>
          <a:endParaRPr lang="en-US" sz="1600" kern="1200" dirty="0"/>
        </a:p>
      </dsp:txBody>
      <dsp:txXfrm>
        <a:off x="2733075" y="2387066"/>
        <a:ext cx="2306250" cy="720000"/>
      </dsp:txXfrm>
    </dsp:sp>
    <dsp:sp modelId="{05E38BF5-1364-44A2-AC57-772819C52F61}">
      <dsp:nvSpPr>
        <dsp:cNvPr id="0" name=""/>
        <dsp:cNvSpPr/>
      </dsp:nvSpPr>
      <dsp:spPr>
        <a:xfrm>
          <a:off x="5892637" y="542066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AD5B0-0EB2-4B31-81DE-C39CC554D3BA}">
      <dsp:nvSpPr>
        <dsp:cNvPr id="0" name=""/>
        <dsp:cNvSpPr/>
      </dsp:nvSpPr>
      <dsp:spPr>
        <a:xfrm>
          <a:off x="6192449" y="841878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33E33-036A-479E-BD69-CDC343DC1391}">
      <dsp:nvSpPr>
        <dsp:cNvPr id="0" name=""/>
        <dsp:cNvSpPr/>
      </dsp:nvSpPr>
      <dsp:spPr>
        <a:xfrm>
          <a:off x="5442918" y="238706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Ideal para </a:t>
          </a:r>
          <a:r>
            <a:rPr lang="en-US" sz="1600" kern="1200" dirty="0" err="1"/>
            <a:t>aplicaciones</a:t>
          </a:r>
          <a:r>
            <a:rPr lang="en-US" sz="1600" kern="1200" dirty="0"/>
            <a:t> web </a:t>
          </a:r>
          <a:r>
            <a:rPr lang="en-US" sz="1600" kern="1200" dirty="0" err="1"/>
            <a:t>modernas</a:t>
          </a:r>
          <a:r>
            <a:rPr lang="en-US" sz="1600" kern="1200" dirty="0"/>
            <a:t> (SPA)</a:t>
          </a:r>
        </a:p>
      </dsp:txBody>
      <dsp:txXfrm>
        <a:off x="5442918" y="2387066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5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0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5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0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9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8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5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3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0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5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7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13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3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64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72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25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2851" y="2472267"/>
            <a:ext cx="5345350" cy="1913464"/>
          </a:xfrm>
        </p:spPr>
        <p:txBody>
          <a:bodyPr>
            <a:normAutofit/>
          </a:bodyPr>
          <a:lstStyle/>
          <a:p>
            <a:r>
              <a:rPr dirty="0" err="1">
                <a:latin typeface="Arial"/>
              </a:rPr>
              <a:t>Introducción</a:t>
            </a:r>
            <a:r>
              <a:rPr dirty="0">
                <a:latin typeface="Arial"/>
              </a:rPr>
              <a:t> a React.js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Arial"/>
              </a:rPr>
              <a:t>Ricardo Javier López Alonso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es-MX">
                <a:latin typeface="Arial"/>
              </a:rPr>
              <a:t>¿Qué es React.js?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33" y="2261420"/>
            <a:ext cx="3002202" cy="363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err="1">
                <a:latin typeface="Arial"/>
              </a:rPr>
              <a:t>React</a:t>
            </a:r>
            <a:r>
              <a:rPr lang="es-MX">
                <a:latin typeface="Arial"/>
              </a:rPr>
              <a:t> (o </a:t>
            </a:r>
            <a:r>
              <a:rPr lang="es-MX" err="1">
                <a:latin typeface="Arial"/>
              </a:rPr>
              <a:t>ReactJS</a:t>
            </a:r>
            <a:r>
              <a:rPr lang="es-MX">
                <a:latin typeface="Arial"/>
              </a:rPr>
              <a:t>) es una biblioteca JavaScript de código abierto creada por Facebook para construir interfaces de usuario (UI) de forma eficiente y reutilizable a través de componentes interactivos.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AC9EBC-1A79-FFDD-086B-4C838E62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14" y="2062096"/>
            <a:ext cx="4571694" cy="257157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7811B-12AC-7109-43E9-D895CDDF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rPr lang="es-MX" dirty="0"/>
              <a:t>¿Para qué se utiliza </a:t>
            </a:r>
            <a:r>
              <a:rPr lang="es-MX" dirty="0" err="1"/>
              <a:t>React</a:t>
            </a:r>
            <a:r>
              <a:rPr lang="es-MX" dirty="0"/>
              <a:t>?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AA26000-2AC7-7148-817B-67ACA03EE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500" b="1" i="1"/>
              <a:t>Interfaces de usuario dinámicas: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500"/>
              <a:t>Permite la creación de aplicaciones web interactivas que se actualizan en tiempo real, como aplicaciones de redes sociales, comercio electrónico o de listas de tareas. </a:t>
            </a:r>
          </a:p>
          <a:p>
            <a:pPr>
              <a:lnSpc>
                <a:spcPct val="90000"/>
              </a:lnSpc>
            </a:pPr>
            <a:r>
              <a:rPr lang="es-MX" sz="1500" b="1" i="1"/>
              <a:t>Desarrollo ágil: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500"/>
              <a:t>Gracias al uso de componentes, se puede reutilizar código y organizar mejor los proyectos, lo que acelera el desarrollo. </a:t>
            </a:r>
          </a:p>
          <a:p>
            <a:pPr>
              <a:lnSpc>
                <a:spcPct val="90000"/>
              </a:lnSpc>
            </a:pPr>
            <a:r>
              <a:rPr lang="es-MX" sz="1500" b="1" i="1"/>
              <a:t>Mejora del SEO y rendimiento: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500" err="1"/>
              <a:t>React</a:t>
            </a:r>
            <a:r>
              <a:rPr lang="es-MX" sz="1500"/>
              <a:t> contribuye a que las aplicaciones sean más fáciles de rastrear para los motores de búsqueda y mejora su rendimiento general. </a:t>
            </a:r>
          </a:p>
        </p:txBody>
      </p:sp>
      <p:pic>
        <p:nvPicPr>
          <p:cNvPr id="16" name="Graphic 6" descr="Nube">
            <a:extLst>
              <a:ext uri="{FF2B5EF4-FFF2-40B4-BE49-F238E27FC236}">
                <a16:creationId xmlns:a16="http://schemas.microsoft.com/office/drawing/2014/main" id="{96441348-58DD-2342-0322-C3604B8ED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3202" y="2098757"/>
            <a:ext cx="2584285" cy="258428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1636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593" y="639097"/>
            <a:ext cx="4944806" cy="1612490"/>
          </a:xfrm>
        </p:spPr>
        <p:txBody>
          <a:bodyPr>
            <a:normAutofit/>
          </a:bodyPr>
          <a:lstStyle/>
          <a:p>
            <a:r>
              <a:rPr lang="es-MX" err="1">
                <a:latin typeface="Arial"/>
              </a:rPr>
              <a:t>Características</a:t>
            </a:r>
            <a:r>
              <a:rPr lang="es-MX">
                <a:latin typeface="Arial"/>
              </a:rPr>
              <a:t> </a:t>
            </a:r>
            <a:r>
              <a:rPr lang="es-MX" err="1">
                <a:latin typeface="Arial"/>
              </a:rPr>
              <a:t>principales</a:t>
            </a:r>
            <a:endParaRPr lang="es-MX">
              <a:latin typeface="Arial"/>
            </a:endParaRP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C82BFB6C-3519-FBA7-A1F8-1868688A6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93" r="52965" b="-2"/>
          <a:stretch>
            <a:fillRect/>
          </a:stretch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593" y="2251587"/>
            <a:ext cx="4944806" cy="3972232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MX" altLang="es-MX" sz="1400" b="1" dirty="0">
                <a:latin typeface="Google Sans"/>
              </a:rPr>
              <a:t> Componentes reutilizables:</a:t>
            </a:r>
            <a:endParaRPr lang="es-MX" altLang="es-MX" sz="1400" dirty="0">
              <a:latin typeface="Google Sans"/>
            </a:endParaRP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altLang="es-MX" sz="1400" dirty="0" err="1">
                <a:latin typeface="Google Sans"/>
              </a:rPr>
              <a:t>React</a:t>
            </a:r>
            <a:r>
              <a:rPr lang="es-MX" altLang="es-MX" sz="1400" dirty="0">
                <a:latin typeface="Google Sans"/>
              </a:rPr>
              <a:t> se basa en el concepto de componentes, que son bloques de código independientes y reutilizables para construir interfaces.</a:t>
            </a:r>
            <a:endParaRPr lang="es-MX" sz="1400" dirty="0">
              <a:latin typeface="Arial"/>
            </a:endParaRPr>
          </a:p>
          <a:p>
            <a:pPr marL="0" indent="0">
              <a:lnSpc>
                <a:spcPct val="90000"/>
              </a:lnSpc>
              <a:buNone/>
            </a:pPr>
            <a:endParaRPr lang="es-MX" dirty="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s-MX" sz="1400" dirty="0">
                <a:latin typeface="Arial"/>
              </a:rPr>
              <a:t> Uso de JSX (JavaScript + HTML)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>
                <a:latin typeface="Arial"/>
              </a:rPr>
              <a:t>Una extensión de JavaScript que permite escribir marcado de forma declarativa dentro del código JavaScript, facilitando la creación y el mantenimiento de componentes. </a:t>
            </a:r>
          </a:p>
          <a:p>
            <a:pPr marL="0" indent="0">
              <a:lnSpc>
                <a:spcPct val="90000"/>
              </a:lnSpc>
              <a:buNone/>
            </a:pPr>
            <a:endParaRPr lang="es-MX" sz="1400" dirty="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s-MX" sz="1400" dirty="0">
                <a:latin typeface="Arial"/>
              </a:rPr>
              <a:t>DOM Virtual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>
                <a:latin typeface="Arial"/>
              </a:rPr>
              <a:t>Utiliza un DOM virtual para optimizar las actualizaciones de la interfaz, lo que mejora significativamente el rendimiento de la aplicación al evitar </a:t>
            </a:r>
            <a:r>
              <a:rPr lang="es-MX" sz="1400" dirty="0" err="1">
                <a:latin typeface="Arial"/>
              </a:rPr>
              <a:t>re-renderizados</a:t>
            </a:r>
            <a:r>
              <a:rPr lang="es-MX" sz="1400" dirty="0">
                <a:latin typeface="Arial"/>
              </a:rPr>
              <a:t> innecesarios. </a:t>
            </a:r>
          </a:p>
          <a:p>
            <a:pPr marL="0" indent="0">
              <a:lnSpc>
                <a:spcPct val="90000"/>
              </a:lnSpc>
              <a:buNone/>
            </a:pPr>
            <a:endParaRPr lang="es-MX" sz="1400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F5396-DFFD-3F43-4129-C0021600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93" y="639097"/>
            <a:ext cx="4944806" cy="1612490"/>
          </a:xfrm>
        </p:spPr>
        <p:txBody>
          <a:bodyPr>
            <a:normAutofit/>
          </a:bodyPr>
          <a:lstStyle/>
          <a:p>
            <a:r>
              <a:rPr lang="es-MX" dirty="0">
                <a:latin typeface="Arial"/>
              </a:rPr>
              <a:t>Características principales</a:t>
            </a:r>
            <a:endParaRPr lang="es-MX" dirty="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23ABD96-88F8-8139-544A-19F52EBA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"/>
          <a:stretch>
            <a:fillRect/>
          </a:stretch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E8B1A0-AD53-C842-8898-F6DA97F2F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593" y="2251587"/>
            <a:ext cx="4944806" cy="3972232"/>
          </a:xfrm>
        </p:spPr>
        <p:txBody>
          <a:bodyPr>
            <a:normAutofit/>
          </a:bodyPr>
          <a:lstStyle/>
          <a:p>
            <a:r>
              <a:rPr lang="es-MX" dirty="0">
                <a:latin typeface="Arial"/>
              </a:rPr>
              <a:t>Flujo unidireccional de datos (</a:t>
            </a:r>
            <a:r>
              <a:rPr lang="es-MX" dirty="0" err="1">
                <a:latin typeface="Arial"/>
              </a:rPr>
              <a:t>props</a:t>
            </a:r>
            <a:r>
              <a:rPr lang="es-MX" dirty="0">
                <a:latin typeface="Arial"/>
              </a:rPr>
              <a:t>)</a:t>
            </a:r>
          </a:p>
          <a:p>
            <a:pPr marL="0" indent="0">
              <a:buNone/>
            </a:pPr>
            <a:r>
              <a:rPr lang="es-MX" dirty="0">
                <a:latin typeface="Arial"/>
              </a:rPr>
              <a:t>Los datos fluyen en una única dirección, lo que simplifica la detección de errores y el manejo de la lógica en aplicaciones complejas. </a:t>
            </a:r>
          </a:p>
          <a:p>
            <a:r>
              <a:rPr lang="es-MX" dirty="0">
                <a:latin typeface="Arial"/>
              </a:rPr>
              <a:t> Gran ecosistema</a:t>
            </a:r>
          </a:p>
          <a:p>
            <a:pPr marL="0" indent="0">
              <a:buNone/>
            </a:pPr>
            <a:r>
              <a:rPr lang="es-MX" dirty="0">
                <a:latin typeface="Arial"/>
              </a:rPr>
              <a:t>Cuenta con un extenso ecosistema de herramientas y librerías adicionales que amplían sus funcionalidades.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7703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s-MX">
                <a:latin typeface="Arial"/>
              </a:rPr>
              <a:t>Ejemplos de aplicaciones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E56E25-2E8F-1D4B-A855-7CB8B53C30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783210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6E4B28E2-783A-ABFA-0BF2-B016DD1712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s-MX">
                <a:latin typeface="Arial"/>
              </a:rPr>
              <a:t>¿Como se utiliza?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543987"/>
            <a:ext cx="7598569" cy="49167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sz="2000" dirty="0">
                <a:latin typeface="Arial"/>
              </a:rPr>
              <a:t>Requisitos: Node.js + </a:t>
            </a:r>
            <a:r>
              <a:rPr lang="es-ES" sz="2000" dirty="0" err="1">
                <a:latin typeface="Arial"/>
              </a:rPr>
              <a:t>npm</a:t>
            </a:r>
            <a:endParaRPr lang="es-ES" sz="2000" dirty="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s-ES" sz="2000" dirty="0">
                <a:latin typeface="Arial"/>
              </a:rPr>
              <a:t> Crear tu proyecto </a:t>
            </a:r>
            <a:r>
              <a:rPr lang="es-ES" sz="2000" dirty="0" err="1">
                <a:latin typeface="Arial"/>
              </a:rPr>
              <a:t>React</a:t>
            </a:r>
            <a:r>
              <a:rPr lang="es-ES" sz="2000" dirty="0">
                <a:latin typeface="Arial"/>
              </a:rPr>
              <a:t> (opción A: </a:t>
            </a:r>
            <a:r>
              <a:rPr lang="es-ES" sz="2000" dirty="0" err="1">
                <a:latin typeface="Arial"/>
              </a:rPr>
              <a:t>Create</a:t>
            </a:r>
            <a:r>
              <a:rPr lang="es-ES" sz="2000" dirty="0">
                <a:latin typeface="Arial"/>
              </a:rPr>
              <a:t> </a:t>
            </a:r>
            <a:r>
              <a:rPr lang="es-ES" sz="2000" dirty="0" err="1">
                <a:latin typeface="Arial"/>
              </a:rPr>
              <a:t>React</a:t>
            </a:r>
            <a:r>
              <a:rPr lang="es-ES" sz="2000" dirty="0">
                <a:latin typeface="Arial"/>
              </a:rPr>
              <a:t> App).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s-ES" sz="2000" dirty="0">
                <a:latin typeface="Arial"/>
              </a:rPr>
              <a:t>		Abre VS </a:t>
            </a:r>
            <a:r>
              <a:rPr lang="es-ES" sz="2000" dirty="0" err="1">
                <a:latin typeface="Arial"/>
              </a:rPr>
              <a:t>Code</a:t>
            </a:r>
            <a:r>
              <a:rPr lang="es-ES" sz="2000" dirty="0">
                <a:latin typeface="Arial"/>
              </a:rPr>
              <a:t>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s-ES" sz="2000" dirty="0">
                <a:latin typeface="Arial"/>
              </a:rPr>
              <a:t>		Abre una terminal en VS </a:t>
            </a:r>
            <a:r>
              <a:rPr lang="es-ES" sz="2000" dirty="0" err="1">
                <a:latin typeface="Arial"/>
              </a:rPr>
              <a:t>Code</a:t>
            </a:r>
            <a:endParaRPr lang="es-ES" sz="2000" dirty="0">
              <a:latin typeface="Arial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s-ES" sz="2000" dirty="0">
                <a:latin typeface="Arial"/>
              </a:rPr>
              <a:t>		Crea el proyecto: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2000" dirty="0">
                <a:latin typeface="Arial"/>
              </a:rPr>
              <a:t>				</a:t>
            </a:r>
            <a:r>
              <a:rPr lang="es-ES" sz="2000" dirty="0" err="1">
                <a:latin typeface="Arial"/>
              </a:rPr>
              <a:t>npx</a:t>
            </a:r>
            <a:r>
              <a:rPr lang="es-ES" sz="2000" dirty="0">
                <a:latin typeface="Arial"/>
              </a:rPr>
              <a:t> </a:t>
            </a:r>
            <a:r>
              <a:rPr lang="es-ES" sz="2000" dirty="0" err="1">
                <a:latin typeface="Arial"/>
              </a:rPr>
              <a:t>create</a:t>
            </a:r>
            <a:r>
              <a:rPr lang="es-ES" sz="2000" dirty="0">
                <a:latin typeface="Arial"/>
              </a:rPr>
              <a:t>-</a:t>
            </a:r>
            <a:r>
              <a:rPr lang="es-ES" sz="2000" dirty="0" err="1">
                <a:latin typeface="Arial"/>
              </a:rPr>
              <a:t>react</a:t>
            </a:r>
            <a:r>
              <a:rPr lang="es-ES" sz="2000" dirty="0">
                <a:latin typeface="Arial"/>
              </a:rPr>
              <a:t>-app mi-app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2000" i="1" dirty="0" err="1">
                <a:latin typeface="Arial"/>
              </a:rPr>
              <a:t>npx</a:t>
            </a:r>
            <a:r>
              <a:rPr lang="es-ES" sz="2000" i="1" dirty="0">
                <a:latin typeface="Arial"/>
              </a:rPr>
              <a:t> descarga y ejecuta la herramienta sin instalarla globalmente.</a:t>
            </a:r>
          </a:p>
          <a:p>
            <a:pPr>
              <a:lnSpc>
                <a:spcPct val="90000"/>
              </a:lnSpc>
            </a:pPr>
            <a:r>
              <a:rPr lang="es-ES" sz="2000" i="1" dirty="0">
                <a:latin typeface="Arial"/>
              </a:rPr>
              <a:t>Entra y levanta el servidor: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2000" i="1" dirty="0">
                <a:latin typeface="Arial"/>
              </a:rPr>
              <a:t>		cd mi-app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2000" i="1" dirty="0">
                <a:latin typeface="Arial"/>
              </a:rPr>
              <a:t>		</a:t>
            </a:r>
            <a:r>
              <a:rPr lang="es-ES" sz="2000" i="1" dirty="0" err="1">
                <a:latin typeface="Arial"/>
              </a:rPr>
              <a:t>npm</a:t>
            </a:r>
            <a:r>
              <a:rPr lang="es-ES" sz="2000" i="1" dirty="0">
                <a:latin typeface="Arial"/>
              </a:rPr>
              <a:t> </a:t>
            </a:r>
            <a:r>
              <a:rPr lang="es-ES" sz="2000" i="1" dirty="0" err="1">
                <a:latin typeface="Arial"/>
              </a:rPr>
              <a:t>start</a:t>
            </a:r>
            <a:endParaRPr lang="es-ES" sz="2000" i="1" dirty="0">
              <a:latin typeface="Arial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s-ES" sz="2000" i="1" dirty="0">
                <a:latin typeface="Arial"/>
              </a:rPr>
              <a:t>Para cerrar el server es con el comando </a:t>
            </a:r>
            <a:r>
              <a:rPr lang="es-ES" sz="2000" i="1" err="1">
                <a:latin typeface="Arial"/>
              </a:rPr>
              <a:t>ctrl</a:t>
            </a:r>
            <a:r>
              <a:rPr lang="es-ES" sz="2000" i="1">
                <a:latin typeface="Arial"/>
              </a:rPr>
              <a:t>+c</a:t>
            </a:r>
            <a:endParaRPr lang="es-ES" sz="2000" i="1" dirty="0">
              <a:latin typeface="Arial"/>
            </a:endParaRPr>
          </a:p>
          <a:p>
            <a:pPr marL="0" indent="0">
              <a:lnSpc>
                <a:spcPct val="90000"/>
              </a:lnSpc>
              <a:buNone/>
            </a:pPr>
            <a:endParaRPr lang="es-ES" sz="1500" i="1" dirty="0">
              <a:latin typeface="Arial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s-ES" sz="1500" i="1" dirty="0">
                <a:latin typeface="Arial"/>
              </a:rPr>
              <a:t>Se abrirá http://localhost:3000 en el navegador.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EA0076-BA4A-9E13-81CD-DE3B6778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s-MX" sz="2400">
                <a:solidFill>
                  <a:srgbClr val="FFFFFF"/>
                </a:solidFill>
              </a:rPr>
              <a:t>Estructura clave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C75622E-382D-4FC2-B56A-667226C560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011688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7199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2381" y="0"/>
            <a:ext cx="9141618" cy="2284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4CB764-E909-4FFD-CCD9-11A1F0117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53142"/>
            <a:ext cx="7598568" cy="12192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MX" sz="3800">
                <a:solidFill>
                  <a:srgbClr val="FFFFFF"/>
                </a:solidFill>
              </a:rPr>
              <a:t>¿Dónde va “código de Node” y dónde va “código de React”?</a:t>
            </a:r>
          </a:p>
        </p:txBody>
      </p:sp>
      <p:graphicFrame>
        <p:nvGraphicFramePr>
          <p:cNvPr id="21" name="Marcador de contenido 2">
            <a:extLst>
              <a:ext uri="{FF2B5EF4-FFF2-40B4-BE49-F238E27FC236}">
                <a16:creationId xmlns:a16="http://schemas.microsoft.com/office/drawing/2014/main" id="{0E4D992D-7388-BF5F-FD3A-9F175C2C8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244549"/>
              </p:ext>
            </p:extLst>
          </p:nvPr>
        </p:nvGraphicFramePr>
        <p:xfrm>
          <a:off x="771525" y="2743200"/>
          <a:ext cx="7598568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59779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EBF2D-0426-BB0B-55DD-369BF39D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Programa para validación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D6ED49-9811-C770-7743-D290EFD6A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MX" sz="8000" dirty="0" err="1"/>
              <a:t>function</a:t>
            </a:r>
            <a:r>
              <a:rPr lang="es-MX" sz="8000" dirty="0"/>
              <a:t> Saludo(</a:t>
            </a:r>
            <a:r>
              <a:rPr lang="es-MX" sz="8000" dirty="0" err="1"/>
              <a:t>props</a:t>
            </a:r>
            <a:r>
              <a:rPr lang="es-MX" sz="8000" dirty="0"/>
              <a:t>) {</a:t>
            </a:r>
          </a:p>
          <a:p>
            <a:pPr marL="0" indent="0">
              <a:buNone/>
            </a:pPr>
            <a:r>
              <a:rPr lang="es-MX" sz="8000" dirty="0"/>
              <a:t>  </a:t>
            </a:r>
            <a:r>
              <a:rPr lang="es-MX" sz="8000" dirty="0" err="1"/>
              <a:t>return</a:t>
            </a:r>
            <a:r>
              <a:rPr lang="es-MX" sz="8000" dirty="0"/>
              <a:t> &lt;h1&gt;Hola, {</a:t>
            </a:r>
            <a:r>
              <a:rPr lang="es-MX" sz="8000" dirty="0" err="1"/>
              <a:t>props.nombre</a:t>
            </a:r>
            <a:r>
              <a:rPr lang="es-MX" sz="8000" dirty="0"/>
              <a:t>}!&lt;/h1&gt;;</a:t>
            </a:r>
          </a:p>
          <a:p>
            <a:pPr marL="0" indent="0">
              <a:buNone/>
            </a:pPr>
            <a:r>
              <a:rPr lang="es-MX" sz="8000" dirty="0"/>
              <a:t>}</a:t>
            </a:r>
          </a:p>
          <a:p>
            <a:pPr marL="0" indent="0">
              <a:buNone/>
            </a:pPr>
            <a:br>
              <a:rPr lang="es-MX" sz="8000" dirty="0"/>
            </a:br>
            <a:r>
              <a:rPr lang="es-MX" sz="8000" dirty="0" err="1"/>
              <a:t>export</a:t>
            </a:r>
            <a:r>
              <a:rPr lang="es-MX" sz="8000" dirty="0"/>
              <a:t> default </a:t>
            </a:r>
            <a:r>
              <a:rPr lang="es-MX" sz="8000" dirty="0" err="1"/>
              <a:t>function</a:t>
            </a:r>
            <a:r>
              <a:rPr lang="es-MX" sz="8000" dirty="0"/>
              <a:t> App() {</a:t>
            </a:r>
          </a:p>
          <a:p>
            <a:pPr marL="0" indent="0">
              <a:buNone/>
            </a:pPr>
            <a:r>
              <a:rPr lang="es-MX" sz="8000" dirty="0"/>
              <a:t>  </a:t>
            </a:r>
            <a:r>
              <a:rPr lang="es-MX" sz="8000" dirty="0" err="1"/>
              <a:t>return</a:t>
            </a:r>
            <a:r>
              <a:rPr lang="es-MX" sz="8000" dirty="0"/>
              <a:t> (</a:t>
            </a:r>
          </a:p>
          <a:p>
            <a:pPr marL="0" indent="0">
              <a:buNone/>
            </a:pPr>
            <a:r>
              <a:rPr lang="es-MX" sz="8000" dirty="0"/>
              <a:t>    &lt;</a:t>
            </a:r>
            <a:r>
              <a:rPr lang="es-MX" sz="8000" dirty="0" err="1"/>
              <a:t>div</a:t>
            </a:r>
            <a:r>
              <a:rPr lang="es-MX" sz="8000" dirty="0"/>
              <a:t>&gt;</a:t>
            </a:r>
          </a:p>
          <a:p>
            <a:pPr marL="0" indent="0">
              <a:buNone/>
            </a:pPr>
            <a:r>
              <a:rPr lang="es-MX" sz="8000" dirty="0"/>
              <a:t>      &lt;Saludo nombre="Ricardo" /&gt;</a:t>
            </a:r>
          </a:p>
          <a:p>
            <a:pPr marL="0" indent="0">
              <a:buNone/>
            </a:pPr>
            <a:r>
              <a:rPr lang="es-MX" sz="8000" dirty="0"/>
              <a:t>      &lt;Saludo nombre="Jonathan" /&gt;</a:t>
            </a:r>
          </a:p>
          <a:p>
            <a:pPr marL="0" indent="0">
              <a:buNone/>
            </a:pPr>
            <a:r>
              <a:rPr lang="es-MX" sz="8000" dirty="0"/>
              <a:t>    &lt;/</a:t>
            </a:r>
            <a:r>
              <a:rPr lang="es-MX" sz="8000" dirty="0" err="1"/>
              <a:t>div</a:t>
            </a:r>
            <a:r>
              <a:rPr lang="es-MX" sz="8000" dirty="0"/>
              <a:t>&gt;</a:t>
            </a:r>
          </a:p>
          <a:p>
            <a:pPr marL="0" indent="0">
              <a:buNone/>
            </a:pPr>
            <a:r>
              <a:rPr lang="es-MX" sz="8000" dirty="0"/>
              <a:t>  );</a:t>
            </a:r>
          </a:p>
          <a:p>
            <a:r>
              <a:rPr lang="es-MX" dirty="0"/>
              <a:t>}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425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4853"/>
            <a:ext cx="7772400" cy="1456267"/>
          </a:xfrm>
        </p:spPr>
        <p:txBody>
          <a:bodyPr>
            <a:normAutofit/>
          </a:bodyPr>
          <a:lstStyle/>
          <a:p>
            <a:r>
              <a:rPr lang="es-MX" b="1" i="1" dirty="0">
                <a:latin typeface="Arial"/>
              </a:rPr>
              <a:t>ejercicio del contador</a:t>
            </a:r>
            <a:endParaRPr b="1" i="1" dirty="0"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4341"/>
            <a:ext cx="7772400" cy="5651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000" dirty="0">
                <a:latin typeface="Arial"/>
              </a:rPr>
              <a:t>Vamos a crear el componente Contador y usarlo en App.js.</a:t>
            </a:r>
          </a:p>
          <a:p>
            <a:pPr marL="0" indent="0">
              <a:buNone/>
            </a:pPr>
            <a:r>
              <a:rPr lang="es-MX" sz="2000" b="1" i="1" dirty="0">
                <a:latin typeface="Arial"/>
              </a:rPr>
              <a:t>Crea </a:t>
            </a:r>
            <a:r>
              <a:rPr lang="es-MX" sz="2000" b="1" i="1" dirty="0" err="1">
                <a:latin typeface="Arial"/>
              </a:rPr>
              <a:t>src</a:t>
            </a:r>
            <a:r>
              <a:rPr lang="es-MX" sz="2000" b="1" i="1" dirty="0">
                <a:latin typeface="Arial"/>
              </a:rPr>
              <a:t>/Contador.js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Clic derecho en </a:t>
            </a:r>
            <a:r>
              <a:rPr lang="es-MX" sz="2000" dirty="0" err="1">
                <a:latin typeface="Arial"/>
              </a:rPr>
              <a:t>src</a:t>
            </a:r>
            <a:r>
              <a:rPr lang="es-MX" sz="2000" dirty="0">
                <a:latin typeface="Arial"/>
              </a:rPr>
              <a:t> → New File → Contador.js:</a:t>
            </a:r>
          </a:p>
          <a:p>
            <a:pPr marL="0" indent="0">
              <a:buNone/>
            </a:pPr>
            <a:r>
              <a:rPr lang="es-MX" sz="2000" dirty="0" err="1">
                <a:latin typeface="Arial"/>
              </a:rPr>
              <a:t>import</a:t>
            </a:r>
            <a:r>
              <a:rPr lang="es-MX" sz="2000" dirty="0">
                <a:latin typeface="Arial"/>
              </a:rPr>
              <a:t> { </a:t>
            </a:r>
            <a:r>
              <a:rPr lang="es-MX" sz="2000" dirty="0" err="1">
                <a:latin typeface="Arial"/>
              </a:rPr>
              <a:t>useState</a:t>
            </a:r>
            <a:r>
              <a:rPr lang="es-MX" sz="2000" dirty="0">
                <a:latin typeface="Arial"/>
              </a:rPr>
              <a:t> } </a:t>
            </a:r>
            <a:r>
              <a:rPr lang="es-MX" sz="2000" dirty="0" err="1">
                <a:latin typeface="Arial"/>
              </a:rPr>
              <a:t>from</a:t>
            </a:r>
            <a:r>
              <a:rPr lang="es-MX" sz="2000" dirty="0">
                <a:latin typeface="Arial"/>
              </a:rPr>
              <a:t> "</a:t>
            </a:r>
            <a:r>
              <a:rPr lang="es-MX" sz="2000" dirty="0" err="1">
                <a:latin typeface="Arial"/>
              </a:rPr>
              <a:t>react</a:t>
            </a:r>
            <a:r>
              <a:rPr lang="es-MX" sz="2000" dirty="0">
                <a:latin typeface="Arial"/>
              </a:rPr>
              <a:t>";</a:t>
            </a:r>
          </a:p>
          <a:p>
            <a:pPr marL="0" indent="0">
              <a:buNone/>
            </a:pPr>
            <a:r>
              <a:rPr lang="es-MX" sz="2000" dirty="0" err="1">
                <a:latin typeface="Arial"/>
              </a:rPr>
              <a:t>export</a:t>
            </a:r>
            <a:r>
              <a:rPr lang="es-MX" sz="2000" dirty="0">
                <a:latin typeface="Arial"/>
              </a:rPr>
              <a:t> default </a:t>
            </a:r>
            <a:r>
              <a:rPr lang="es-MX" sz="2000" dirty="0" err="1">
                <a:latin typeface="Arial"/>
              </a:rPr>
              <a:t>function</a:t>
            </a:r>
            <a:r>
              <a:rPr lang="es-MX" sz="2000" dirty="0">
                <a:latin typeface="Arial"/>
              </a:rPr>
              <a:t> Contador() {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	 </a:t>
            </a:r>
            <a:r>
              <a:rPr lang="es-MX" sz="2000" dirty="0" err="1">
                <a:latin typeface="Arial"/>
              </a:rPr>
              <a:t>const</a:t>
            </a:r>
            <a:r>
              <a:rPr lang="es-MX" sz="2000" dirty="0">
                <a:latin typeface="Arial"/>
              </a:rPr>
              <a:t> [numero, </a:t>
            </a:r>
            <a:r>
              <a:rPr lang="es-MX" sz="2000" dirty="0" err="1">
                <a:latin typeface="Arial"/>
              </a:rPr>
              <a:t>setNumero</a:t>
            </a:r>
            <a:r>
              <a:rPr lang="es-MX" sz="2000" dirty="0">
                <a:latin typeface="Arial"/>
              </a:rPr>
              <a:t>] = </a:t>
            </a:r>
            <a:r>
              <a:rPr lang="es-MX" sz="2000" dirty="0" err="1">
                <a:latin typeface="Arial"/>
              </a:rPr>
              <a:t>useState</a:t>
            </a:r>
            <a:r>
              <a:rPr lang="es-MX" sz="2000" dirty="0">
                <a:latin typeface="Arial"/>
              </a:rPr>
              <a:t>(0);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  </a:t>
            </a:r>
            <a:r>
              <a:rPr lang="es-MX" sz="2000" dirty="0" err="1">
                <a:latin typeface="Arial"/>
              </a:rPr>
              <a:t>return</a:t>
            </a:r>
            <a:r>
              <a:rPr lang="es-MX" sz="2000" dirty="0">
                <a:latin typeface="Arial"/>
              </a:rPr>
              <a:t> ( 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   &lt;</a:t>
            </a:r>
            <a:r>
              <a:rPr lang="es-MX" sz="2000" dirty="0" err="1">
                <a:latin typeface="Arial"/>
              </a:rPr>
              <a:t>div</a:t>
            </a:r>
            <a:r>
              <a:rPr lang="es-MX" sz="2000" dirty="0">
                <a:latin typeface="Arial"/>
              </a:rPr>
              <a:t> </a:t>
            </a:r>
            <a:r>
              <a:rPr lang="es-MX" sz="2000" dirty="0" err="1">
                <a:latin typeface="Arial"/>
              </a:rPr>
              <a:t>style</a:t>
            </a:r>
            <a:r>
              <a:rPr lang="es-MX" sz="2000" dirty="0">
                <a:latin typeface="Arial"/>
              </a:rPr>
              <a:t>={{ </a:t>
            </a:r>
            <a:r>
              <a:rPr lang="es-MX" sz="2000" dirty="0" err="1">
                <a:latin typeface="Arial"/>
              </a:rPr>
              <a:t>fontFamily</a:t>
            </a:r>
            <a:r>
              <a:rPr lang="es-MX" sz="2000" dirty="0">
                <a:latin typeface="Arial"/>
              </a:rPr>
              <a:t>: "Arial", </a:t>
            </a:r>
            <a:r>
              <a:rPr lang="es-MX" sz="2000" dirty="0" err="1">
                <a:latin typeface="Arial"/>
              </a:rPr>
              <a:t>textAlign</a:t>
            </a:r>
            <a:r>
              <a:rPr lang="es-MX" sz="2000" dirty="0">
                <a:latin typeface="Arial"/>
              </a:rPr>
              <a:t>: "center" }}&gt;      	&lt;h2&gt;Contador: {numero}&lt;/h2&gt;      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	&lt;</a:t>
            </a:r>
            <a:r>
              <a:rPr lang="es-MX" sz="2000" dirty="0" err="1">
                <a:latin typeface="Arial"/>
              </a:rPr>
              <a:t>button</a:t>
            </a:r>
            <a:r>
              <a:rPr lang="es-MX" sz="2000" dirty="0">
                <a:latin typeface="Arial"/>
              </a:rPr>
              <a:t> </a:t>
            </a:r>
            <a:r>
              <a:rPr lang="es-MX" sz="2000" dirty="0" err="1">
                <a:latin typeface="Arial"/>
              </a:rPr>
              <a:t>onClick</a:t>
            </a:r>
            <a:r>
              <a:rPr lang="es-MX" sz="2000" dirty="0">
                <a:latin typeface="Arial"/>
              </a:rPr>
              <a:t>={() =&gt; </a:t>
            </a:r>
            <a:r>
              <a:rPr lang="es-MX" sz="2000" dirty="0" err="1">
                <a:latin typeface="Arial"/>
              </a:rPr>
              <a:t>setNumero</a:t>
            </a:r>
            <a:r>
              <a:rPr lang="es-MX" sz="2000" dirty="0">
                <a:latin typeface="Arial"/>
              </a:rPr>
              <a:t>(numero + 1)}&gt;+&lt;/</a:t>
            </a:r>
            <a:r>
              <a:rPr lang="es-MX" sz="2000" dirty="0" err="1">
                <a:latin typeface="Arial"/>
              </a:rPr>
              <a:t>button</a:t>
            </a:r>
            <a:r>
              <a:rPr lang="es-MX" sz="2000" dirty="0">
                <a:latin typeface="Arial"/>
              </a:rPr>
              <a:t>&gt;      	&lt;</a:t>
            </a:r>
            <a:r>
              <a:rPr lang="es-MX" sz="2000" dirty="0" err="1">
                <a:latin typeface="Arial"/>
              </a:rPr>
              <a:t>button</a:t>
            </a:r>
            <a:r>
              <a:rPr lang="es-MX" sz="2000" dirty="0">
                <a:latin typeface="Arial"/>
              </a:rPr>
              <a:t> </a:t>
            </a:r>
            <a:r>
              <a:rPr lang="es-MX" sz="2000" dirty="0" err="1">
                <a:latin typeface="Arial"/>
              </a:rPr>
              <a:t>onClick</a:t>
            </a:r>
            <a:r>
              <a:rPr lang="es-MX" sz="2000" dirty="0">
                <a:latin typeface="Arial"/>
              </a:rPr>
              <a:t>={() =&gt; </a:t>
            </a:r>
            <a:r>
              <a:rPr lang="es-MX" sz="2000" dirty="0" err="1">
                <a:latin typeface="Arial"/>
              </a:rPr>
              <a:t>setNumero</a:t>
            </a:r>
            <a:r>
              <a:rPr lang="es-MX" sz="2000" dirty="0">
                <a:latin typeface="Arial"/>
              </a:rPr>
              <a:t>(numero - 1)}&gt;-&lt;/</a:t>
            </a:r>
            <a:r>
              <a:rPr lang="es-MX" sz="2000" dirty="0" err="1">
                <a:latin typeface="Arial"/>
              </a:rPr>
              <a:t>button</a:t>
            </a:r>
            <a:r>
              <a:rPr lang="es-MX" sz="2000" dirty="0">
                <a:latin typeface="Arial"/>
              </a:rPr>
              <a:t>&gt;      	&lt;</a:t>
            </a:r>
            <a:r>
              <a:rPr lang="es-MX" sz="2000" dirty="0" err="1">
                <a:latin typeface="Arial"/>
              </a:rPr>
              <a:t>button</a:t>
            </a:r>
            <a:r>
              <a:rPr lang="es-MX" sz="2000" dirty="0">
                <a:latin typeface="Arial"/>
              </a:rPr>
              <a:t> </a:t>
            </a:r>
            <a:r>
              <a:rPr lang="es-MX" sz="2000" dirty="0" err="1">
                <a:latin typeface="Arial"/>
              </a:rPr>
              <a:t>onClick</a:t>
            </a:r>
            <a:r>
              <a:rPr lang="es-MX" sz="2000" dirty="0">
                <a:latin typeface="Arial"/>
              </a:rPr>
              <a:t>={() =&gt; </a:t>
            </a:r>
            <a:r>
              <a:rPr lang="es-MX" sz="2000" dirty="0" err="1">
                <a:latin typeface="Arial"/>
              </a:rPr>
              <a:t>setNumero</a:t>
            </a:r>
            <a:r>
              <a:rPr lang="es-MX" sz="2000" dirty="0">
                <a:latin typeface="Arial"/>
              </a:rPr>
              <a:t>(0)}&gt;</a:t>
            </a:r>
            <a:r>
              <a:rPr lang="es-MX" sz="2000" dirty="0" err="1">
                <a:latin typeface="Arial"/>
              </a:rPr>
              <a:t>Reset</a:t>
            </a:r>
            <a:r>
              <a:rPr lang="es-MX" sz="2000" dirty="0">
                <a:latin typeface="Arial"/>
              </a:rPr>
              <a:t>&lt;/</a:t>
            </a:r>
            <a:r>
              <a:rPr lang="es-MX" sz="2000" dirty="0" err="1">
                <a:latin typeface="Arial"/>
              </a:rPr>
              <a:t>button</a:t>
            </a:r>
            <a:r>
              <a:rPr lang="es-MX" sz="2000" dirty="0">
                <a:latin typeface="Arial"/>
              </a:rPr>
              <a:t>&gt;   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 &lt;/</a:t>
            </a:r>
            <a:r>
              <a:rPr lang="es-MX" sz="2000" dirty="0" err="1">
                <a:latin typeface="Arial"/>
              </a:rPr>
              <a:t>div</a:t>
            </a:r>
            <a:r>
              <a:rPr lang="es-MX" sz="2000" dirty="0">
                <a:latin typeface="Arial"/>
              </a:rPr>
              <a:t>&gt;  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);</a:t>
            </a:r>
          </a:p>
          <a:p>
            <a:pPr marL="0" indent="0">
              <a:buNone/>
            </a:pPr>
            <a:r>
              <a:rPr lang="es-MX" sz="2000" dirty="0">
                <a:latin typeface="Arial"/>
              </a:rPr>
              <a:t>}</a:t>
            </a:r>
            <a:endParaRPr sz="2000" dirty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25134"/>
            <a:ext cx="7772400" cy="1456267"/>
          </a:xfrm>
        </p:spPr>
        <p:txBody>
          <a:bodyPr/>
          <a:lstStyle/>
          <a:p>
            <a:r>
              <a:rPr lang="es-MX" sz="2400" dirty="0">
                <a:latin typeface="Arial"/>
              </a:rPr>
              <a:t>Ejercicio del contador</a:t>
            </a:r>
            <a:endParaRPr sz="2400" dirty="0"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1133"/>
            <a:ext cx="8686800" cy="53943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3600" b="1" i="1" dirty="0">
                <a:latin typeface="Arial"/>
              </a:rPr>
              <a:t>Edita </a:t>
            </a:r>
            <a:r>
              <a:rPr lang="es-MX" sz="3600" b="1" i="1" dirty="0" err="1">
                <a:latin typeface="Arial"/>
              </a:rPr>
              <a:t>src</a:t>
            </a:r>
            <a:r>
              <a:rPr lang="es-MX" sz="3600" b="1" i="1" dirty="0">
                <a:latin typeface="Arial"/>
              </a:rPr>
              <a:t>/App.js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Abre App.js y reemplaza su contenido por:</a:t>
            </a:r>
          </a:p>
          <a:p>
            <a:pPr marL="0" indent="0">
              <a:buNone/>
            </a:pPr>
            <a:r>
              <a:rPr lang="es-MX" sz="2800" dirty="0" err="1">
                <a:latin typeface="Arial"/>
              </a:rPr>
              <a:t>import</a:t>
            </a:r>
            <a:r>
              <a:rPr lang="es-MX" sz="2800" dirty="0">
                <a:latin typeface="Arial"/>
              </a:rPr>
              <a:t> Contador </a:t>
            </a:r>
            <a:r>
              <a:rPr lang="es-MX" sz="2800" dirty="0" err="1">
                <a:latin typeface="Arial"/>
              </a:rPr>
              <a:t>from</a:t>
            </a:r>
            <a:r>
              <a:rPr lang="es-MX" sz="2800" dirty="0">
                <a:latin typeface="Arial"/>
              </a:rPr>
              <a:t> "./Contador";</a:t>
            </a:r>
          </a:p>
          <a:p>
            <a:pPr marL="0" indent="0">
              <a:buNone/>
            </a:pPr>
            <a:r>
              <a:rPr lang="es-MX" sz="2800" dirty="0" err="1">
                <a:latin typeface="Arial"/>
              </a:rPr>
              <a:t>export</a:t>
            </a:r>
            <a:r>
              <a:rPr lang="es-MX" sz="2800" dirty="0">
                <a:latin typeface="Arial"/>
              </a:rPr>
              <a:t> default </a:t>
            </a:r>
            <a:r>
              <a:rPr lang="es-MX" sz="2800" dirty="0" err="1">
                <a:latin typeface="Arial"/>
              </a:rPr>
              <a:t>function</a:t>
            </a:r>
            <a:r>
              <a:rPr lang="es-MX" sz="2800" dirty="0">
                <a:latin typeface="Arial"/>
              </a:rPr>
              <a:t> App() {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  </a:t>
            </a:r>
            <a:r>
              <a:rPr lang="es-MX" sz="2800" dirty="0" err="1">
                <a:latin typeface="Arial"/>
              </a:rPr>
              <a:t>return</a:t>
            </a:r>
            <a:r>
              <a:rPr lang="es-MX" sz="2800" dirty="0">
                <a:latin typeface="Arial"/>
              </a:rPr>
              <a:t> ( 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   &lt;</a:t>
            </a:r>
            <a:r>
              <a:rPr lang="es-MX" sz="2800" dirty="0" err="1">
                <a:latin typeface="Arial"/>
              </a:rPr>
              <a:t>div</a:t>
            </a:r>
            <a:r>
              <a:rPr lang="es-MX" sz="2800" dirty="0">
                <a:latin typeface="Arial"/>
              </a:rPr>
              <a:t> </a:t>
            </a:r>
            <a:r>
              <a:rPr lang="es-MX" sz="2800" dirty="0" err="1">
                <a:latin typeface="Arial"/>
              </a:rPr>
              <a:t>style</a:t>
            </a:r>
            <a:r>
              <a:rPr lang="es-MX" sz="2800" dirty="0">
                <a:latin typeface="Arial"/>
              </a:rPr>
              <a:t>={{ </a:t>
            </a:r>
            <a:r>
              <a:rPr lang="es-MX" sz="2800" dirty="0" err="1">
                <a:latin typeface="Arial"/>
              </a:rPr>
              <a:t>padding</a:t>
            </a:r>
            <a:r>
              <a:rPr lang="es-MX" sz="2800" dirty="0">
                <a:latin typeface="Arial"/>
              </a:rPr>
              <a:t>: 24 }}&gt; 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     &lt;h1 </a:t>
            </a:r>
            <a:r>
              <a:rPr lang="es-MX" sz="2800" dirty="0" err="1">
                <a:latin typeface="Arial"/>
              </a:rPr>
              <a:t>style</a:t>
            </a:r>
            <a:r>
              <a:rPr lang="es-MX" sz="2800" dirty="0">
                <a:latin typeface="Arial"/>
              </a:rPr>
              <a:t>={{ </a:t>
            </a:r>
            <a:r>
              <a:rPr lang="es-MX" sz="2800" dirty="0" err="1">
                <a:latin typeface="Arial"/>
              </a:rPr>
              <a:t>fontFamily</a:t>
            </a:r>
            <a:r>
              <a:rPr lang="es-MX" sz="2800" dirty="0">
                <a:latin typeface="Arial"/>
              </a:rPr>
              <a:t>: "Arial" }}&gt;Hola </a:t>
            </a:r>
            <a:r>
              <a:rPr lang="es-MX" sz="2800" dirty="0" err="1">
                <a:latin typeface="Arial"/>
              </a:rPr>
              <a:t>React</a:t>
            </a:r>
            <a:r>
              <a:rPr lang="es-MX" sz="2800" dirty="0">
                <a:latin typeface="Arial"/>
              </a:rPr>
              <a:t>&lt;/h1&gt;  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    &lt;Contador /&gt;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    &lt;/</a:t>
            </a:r>
            <a:r>
              <a:rPr lang="es-MX" sz="2800" dirty="0" err="1">
                <a:latin typeface="Arial"/>
              </a:rPr>
              <a:t>div</a:t>
            </a:r>
            <a:r>
              <a:rPr lang="es-MX" sz="2800" dirty="0">
                <a:latin typeface="Arial"/>
              </a:rPr>
              <a:t>&gt;  );</a:t>
            </a:r>
          </a:p>
          <a:p>
            <a:pPr marL="0" indent="0">
              <a:buNone/>
            </a:pPr>
            <a:r>
              <a:rPr lang="es-MX" sz="2800" dirty="0">
                <a:latin typeface="Arial"/>
              </a:rPr>
              <a:t>}</a:t>
            </a:r>
            <a:endParaRPr sz="2800" dirty="0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Arial"/>
              </a:rPr>
              <a:t>Conclusiones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65B970-827C-8DF5-A9F1-F14011855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802538"/>
              </p:ext>
            </p:extLst>
          </p:nvPr>
        </p:nvGraphicFramePr>
        <p:xfrm>
          <a:off x="457200" y="2142068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281</TotalTime>
  <Words>807</Words>
  <Application>Microsoft Office PowerPoint</Application>
  <PresentationFormat>Presentación en pantalla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Celestial</vt:lpstr>
      <vt:lpstr>Introducción a React.js</vt:lpstr>
      <vt:lpstr>¿Qué es React.js?</vt:lpstr>
      <vt:lpstr>¿Para qué se utiliza React?</vt:lpstr>
      <vt:lpstr>Características principales</vt:lpstr>
      <vt:lpstr>Características principales</vt:lpstr>
      <vt:lpstr>Ejemplos de aplicaciones</vt:lpstr>
      <vt:lpstr>¿Como se utiliza?</vt:lpstr>
      <vt:lpstr>Estructura clave</vt:lpstr>
      <vt:lpstr>¿Dónde va “código de Node” y dónde va “código de React”?</vt:lpstr>
      <vt:lpstr>Programa para validación </vt:lpstr>
      <vt:lpstr>ejercicio del contador</vt:lpstr>
      <vt:lpstr>Ejercicio del contador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RICARDO JAVIER LOPEZ ALONSO</cp:lastModifiedBy>
  <cp:revision>8</cp:revision>
  <dcterms:created xsi:type="dcterms:W3CDTF">2013-01-27T09:14:16Z</dcterms:created>
  <dcterms:modified xsi:type="dcterms:W3CDTF">2025-09-04T23:07:18Z</dcterms:modified>
  <cp:category/>
</cp:coreProperties>
</file>